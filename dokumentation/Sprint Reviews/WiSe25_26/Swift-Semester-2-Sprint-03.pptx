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8" r:id="rId5"/>
    <p:sldId id="296" r:id="rId6"/>
    <p:sldId id="294" r:id="rId7"/>
    <p:sldId id="297" r:id="rId8"/>
    <p:sldId id="276" r:id="rId9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1541" autoAdjust="0"/>
  </p:normalViewPr>
  <p:slideViewPr>
    <p:cSldViewPr snapToGrid="0" showGuides="1">
      <p:cViewPr varScale="1">
        <p:scale>
          <a:sx n="111" d="100"/>
          <a:sy n="111" d="100"/>
        </p:scale>
        <p:origin x="84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87C01A-9758-4250-8ECE-0642C0695A6C}" type="datetime1">
              <a:rPr lang="de-DE" smtClean="0"/>
              <a:t>18.11.2025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5684A-D8A0-486B-B44A-49251F0233F5}" type="datetime1">
              <a:rPr lang="de-DE" smtClean="0"/>
              <a:pPr/>
              <a:t>18.11.2025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36304E-FDE3-4B4F-A3B7-EBE87F3FA5E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042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82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313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1579014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7745" y="5379832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337688" y="5257453"/>
            <a:ext cx="31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8">
            <a:extLst>
              <a:ext uri="{FF2B5EF4-FFF2-40B4-BE49-F238E27FC236}">
                <a16:creationId xmlns:a16="http://schemas.microsoft.com/office/drawing/2014/main" id="{65B85C08-1DBE-4055-8D6F-73F19C4528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Hier Platzhaltertext einfügen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2691063" y="3860360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3" name="Bildplatzhalt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accent2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01 einfügen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02 einfügen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9" name="Bildplatzhalt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ihand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6502"/>
            <a:ext cx="1073019" cy="24386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ihand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7" name="Freihand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8" name="Freihand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chö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E-Mail-Adresse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de-DE" noProof="0" dirty="0"/>
              <a:t>Hier Website-URL einfügen</a:t>
            </a:r>
          </a:p>
        </p:txBody>
      </p:sp>
      <p:pic>
        <p:nvPicPr>
          <p:cNvPr id="17" name="Grafik 16" descr="Umschlag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fik 17" descr="Netzwe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17982" y="4623048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613" y="2968096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ihand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  <p:sp>
            <p:nvSpPr>
              <p:cNvPr id="20" name="Freihand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</p:grpSp>
      </p:grp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ihand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5" name="Freihand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6" name="Freihand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ihand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0" name="Freihand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el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ihand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4" name="Freihand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21" name="Bild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el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ihand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5B716E-F937-40F9-B6CA-96B3068BCF36}" type="datetime1">
              <a:rPr lang="de-DE" noProof="0" smtClean="0"/>
              <a:t>18.11.2025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7688" y="1439517"/>
            <a:ext cx="5987394" cy="3883715"/>
          </a:xfrm>
        </p:spPr>
        <p:txBody>
          <a:bodyPr rtlCol="0"/>
          <a:lstStyle/>
          <a:p>
            <a:pPr rtl="0"/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r>
              <a:rPr lang="de-DE" dirty="0"/>
              <a:t>oftware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de-DE" dirty="0"/>
              <a:t>ildau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r>
              <a:rPr lang="de-DE" dirty="0"/>
              <a:t>nvestment and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de-DE" dirty="0"/>
              <a:t>inancial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</a:t>
            </a:r>
            <a:r>
              <a:rPr lang="de-DE" dirty="0"/>
              <a:t>rading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7688" y="5418483"/>
            <a:ext cx="5143500" cy="503167"/>
          </a:xfrm>
        </p:spPr>
        <p:txBody>
          <a:bodyPr rtlCol="0"/>
          <a:lstStyle/>
          <a:p>
            <a:pPr rtl="0"/>
            <a:r>
              <a:rPr lang="de-DE" dirty="0"/>
              <a:t>SWIFT </a:t>
            </a:r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CF942580-3492-48E1-B0BD-8D8901333D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5243073" cy="4351338"/>
          </a:xfrm>
        </p:spPr>
        <p:txBody>
          <a:bodyPr/>
          <a:lstStyle/>
          <a:p>
            <a:r>
              <a:rPr lang="de-DE" dirty="0"/>
              <a:t>Grundsätzliche Achievements</a:t>
            </a:r>
          </a:p>
          <a:p>
            <a:pPr lvl="1"/>
            <a:r>
              <a:rPr lang="de-DE" dirty="0"/>
              <a:t>Titel </a:t>
            </a:r>
          </a:p>
          <a:p>
            <a:pPr lvl="1"/>
            <a:r>
              <a:rPr lang="de-DE" dirty="0"/>
              <a:t>Plaketten </a:t>
            </a:r>
          </a:p>
          <a:p>
            <a:r>
              <a:rPr lang="de-DE" dirty="0"/>
              <a:t>Neuen Microservice einrichten </a:t>
            </a:r>
          </a:p>
          <a:p>
            <a:pPr lvl="1"/>
            <a:r>
              <a:rPr lang="de-DE" dirty="0"/>
              <a:t>Dient der Umsetzung von Achievements</a:t>
            </a:r>
          </a:p>
          <a:p>
            <a:r>
              <a:rPr lang="de-DE" dirty="0"/>
              <a:t>Videoplanung</a:t>
            </a:r>
          </a:p>
          <a:p>
            <a:pPr lvl="1"/>
            <a:r>
              <a:rPr lang="de-DE" dirty="0"/>
              <a:t>Längeres Video</a:t>
            </a:r>
          </a:p>
          <a:p>
            <a:pPr lvl="1"/>
            <a:r>
              <a:rPr lang="de-DE" dirty="0"/>
              <a:t>Planung Erklärvideo</a:t>
            </a:r>
          </a:p>
          <a:p>
            <a:r>
              <a:rPr lang="de-DE" dirty="0"/>
              <a:t>Sonstige Anpassungen </a:t>
            </a:r>
          </a:p>
          <a:p>
            <a:pPr lvl="1"/>
            <a:r>
              <a:rPr lang="de-DE" dirty="0"/>
              <a:t>Dynamische Anpassungen Aufgrund der neu eingeführten Seasons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2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SEASON 2 </a:t>
            </a:r>
            <a:br>
              <a:rPr lang="de-DE" dirty="0"/>
            </a:br>
            <a:r>
              <a:rPr lang="de-DE" dirty="0"/>
              <a:t>	SPRINT 3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  <p:pic>
        <p:nvPicPr>
          <p:cNvPr id="7" name="Grafik 6" descr="Häkchen mit einfarbiger Füllung">
            <a:extLst>
              <a:ext uri="{FF2B5EF4-FFF2-40B4-BE49-F238E27FC236}">
                <a16:creationId xmlns:a16="http://schemas.microsoft.com/office/drawing/2014/main" id="{55B6F541-2661-40EE-AD99-0BF081F71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7332" y="2622650"/>
            <a:ext cx="914400" cy="914400"/>
          </a:xfrm>
          <a:prstGeom prst="rect">
            <a:avLst/>
          </a:prstGeom>
        </p:spPr>
      </p:pic>
      <p:pic>
        <p:nvPicPr>
          <p:cNvPr id="9" name="Grafik 8" descr="Häkchen mit einfarbiger Füllung">
            <a:extLst>
              <a:ext uri="{FF2B5EF4-FFF2-40B4-BE49-F238E27FC236}">
                <a16:creationId xmlns:a16="http://schemas.microsoft.com/office/drawing/2014/main" id="{7A96A650-8F47-45B1-9824-0A37B8629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7030" y="5203656"/>
            <a:ext cx="914400" cy="914400"/>
          </a:xfrm>
          <a:prstGeom prst="rect">
            <a:avLst/>
          </a:prstGeom>
        </p:spPr>
      </p:pic>
      <p:pic>
        <p:nvPicPr>
          <p:cNvPr id="10" name="Grafik 9" descr="Ausrufezeichen mit einfarbiger Füllung">
            <a:extLst>
              <a:ext uri="{FF2B5EF4-FFF2-40B4-BE49-F238E27FC236}">
                <a16:creationId xmlns:a16="http://schemas.microsoft.com/office/drawing/2014/main" id="{4989A030-BE8E-4746-8C8F-351CABC0E5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29500" y="3936645"/>
            <a:ext cx="914400" cy="914400"/>
          </a:xfrm>
          <a:prstGeom prst="rect">
            <a:avLst/>
          </a:prstGeom>
        </p:spPr>
      </p:pic>
      <p:pic>
        <p:nvPicPr>
          <p:cNvPr id="13" name="Grafik 12" descr="Häkchen mit einfarbiger Füllung">
            <a:extLst>
              <a:ext uri="{FF2B5EF4-FFF2-40B4-BE49-F238E27FC236}">
                <a16:creationId xmlns:a16="http://schemas.microsoft.com/office/drawing/2014/main" id="{D9106058-D15C-4FBC-9091-CFCDD0ABE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2630" y="18812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77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7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0323DF-9A82-472C-B43F-3B8598CEE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1506359"/>
            <a:ext cx="11150600" cy="920336"/>
          </a:xfrm>
        </p:spPr>
        <p:txBody>
          <a:bodyPr/>
          <a:lstStyle/>
          <a:p>
            <a:r>
              <a:rPr lang="de-DE" dirty="0"/>
              <a:t>Technologien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FCF8E63-6491-469A-A019-B0F85F5F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C71654-96A5-4280-94F3-931C61A9F92C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CC3A9B64-D273-429D-A28B-6B25BE347DFD}"/>
              </a:ext>
            </a:extLst>
          </p:cNvPr>
          <p:cNvSpPr/>
          <p:nvPr/>
        </p:nvSpPr>
        <p:spPr>
          <a:xfrm>
            <a:off x="4114398" y="383649"/>
            <a:ext cx="3536526" cy="1828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4D41722-CE96-4ED4-93EB-5614A7DCDB5C}"/>
              </a:ext>
            </a:extLst>
          </p:cNvPr>
          <p:cNvSpPr/>
          <p:nvPr/>
        </p:nvSpPr>
        <p:spPr>
          <a:xfrm>
            <a:off x="8306883" y="379713"/>
            <a:ext cx="3536527" cy="1828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B313AF6-2573-4FFD-A28D-603DDD23AB68}"/>
              </a:ext>
            </a:extLst>
          </p:cNvPr>
          <p:cNvSpPr/>
          <p:nvPr/>
        </p:nvSpPr>
        <p:spPr>
          <a:xfrm>
            <a:off x="4646773" y="2979831"/>
            <a:ext cx="2878667" cy="1828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DA916BE-C6F3-4975-ACBF-68BED2B4C8B3}"/>
              </a:ext>
            </a:extLst>
          </p:cNvPr>
          <p:cNvSpPr/>
          <p:nvPr/>
        </p:nvSpPr>
        <p:spPr>
          <a:xfrm>
            <a:off x="7842834" y="4061038"/>
            <a:ext cx="4253653" cy="270625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8" descr="Next.js Logo - PNG Logo Vector Brand Downloads (SVG, EPS)">
            <a:extLst>
              <a:ext uri="{FF2B5EF4-FFF2-40B4-BE49-F238E27FC236}">
                <a16:creationId xmlns:a16="http://schemas.microsoft.com/office/drawing/2014/main" id="{B7B3E32B-51AA-4B66-99D7-E84BB0AF0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271" y="303430"/>
            <a:ext cx="3182780" cy="198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1E937B-ECA1-444D-B848-09C6B161C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290" y="2878055"/>
            <a:ext cx="3877486" cy="2035680"/>
          </a:xfrm>
          <a:prstGeom prst="rect">
            <a:avLst/>
          </a:prstGeom>
        </p:spPr>
      </p:pic>
      <p:sp>
        <p:nvSpPr>
          <p:cNvPr id="13" name="Inhaltsplatzhalter 4">
            <a:extLst>
              <a:ext uri="{FF2B5EF4-FFF2-40B4-BE49-F238E27FC236}">
                <a16:creationId xmlns:a16="http://schemas.microsoft.com/office/drawing/2014/main" id="{6A5C503D-C555-4AA2-8FD1-4326092EA287}"/>
              </a:ext>
            </a:extLst>
          </p:cNvPr>
          <p:cNvSpPr txBox="1">
            <a:spLocks/>
          </p:cNvSpPr>
          <p:nvPr/>
        </p:nvSpPr>
        <p:spPr>
          <a:xfrm>
            <a:off x="4293795" y="-30154"/>
            <a:ext cx="3445566" cy="49538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Frontend</a:t>
            </a:r>
          </a:p>
        </p:txBody>
      </p:sp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ABCE928C-A3A8-4FAF-A30C-774433A9B895}"/>
              </a:ext>
            </a:extLst>
          </p:cNvPr>
          <p:cNvSpPr txBox="1">
            <a:spLocks/>
          </p:cNvSpPr>
          <p:nvPr/>
        </p:nvSpPr>
        <p:spPr>
          <a:xfrm>
            <a:off x="8483972" y="-34090"/>
            <a:ext cx="3445566" cy="49538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Backend</a:t>
            </a: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B7AC99C0-9620-45BE-A010-B66C3BFBBF60}"/>
              </a:ext>
            </a:extLst>
          </p:cNvPr>
          <p:cNvSpPr txBox="1">
            <a:spLocks/>
          </p:cNvSpPr>
          <p:nvPr/>
        </p:nvSpPr>
        <p:spPr>
          <a:xfrm>
            <a:off x="8069788" y="4063243"/>
            <a:ext cx="3445566" cy="49538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API-Service </a:t>
            </a:r>
          </a:p>
        </p:txBody>
      </p:sp>
      <p:sp>
        <p:nvSpPr>
          <p:cNvPr id="16" name="Inhaltsplatzhalter 4">
            <a:extLst>
              <a:ext uri="{FF2B5EF4-FFF2-40B4-BE49-F238E27FC236}">
                <a16:creationId xmlns:a16="http://schemas.microsoft.com/office/drawing/2014/main" id="{C2A317B0-E442-4FB3-BC26-126DE8B74D55}"/>
              </a:ext>
            </a:extLst>
          </p:cNvPr>
          <p:cNvSpPr txBox="1">
            <a:spLocks/>
          </p:cNvSpPr>
          <p:nvPr/>
        </p:nvSpPr>
        <p:spPr>
          <a:xfrm>
            <a:off x="4646773" y="2547815"/>
            <a:ext cx="3445566" cy="49538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Datenbank</a:t>
            </a:r>
          </a:p>
        </p:txBody>
      </p:sp>
      <p:sp>
        <p:nvSpPr>
          <p:cNvPr id="17" name="Pfeil: nach oben und unten 16">
            <a:extLst>
              <a:ext uri="{FF2B5EF4-FFF2-40B4-BE49-F238E27FC236}">
                <a16:creationId xmlns:a16="http://schemas.microsoft.com/office/drawing/2014/main" id="{0637E334-5EEE-4EA6-9ED8-F9A5990A0755}"/>
              </a:ext>
            </a:extLst>
          </p:cNvPr>
          <p:cNvSpPr/>
          <p:nvPr/>
        </p:nvSpPr>
        <p:spPr>
          <a:xfrm rot="16200000">
            <a:off x="7908594" y="961465"/>
            <a:ext cx="140619" cy="655955"/>
          </a:xfrm>
          <a:prstGeom prst="up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Pfeil: nach oben und unten 22">
            <a:extLst>
              <a:ext uri="{FF2B5EF4-FFF2-40B4-BE49-F238E27FC236}">
                <a16:creationId xmlns:a16="http://schemas.microsoft.com/office/drawing/2014/main" id="{4533E87A-8DEE-4C07-83F5-6C5543315419}"/>
              </a:ext>
            </a:extLst>
          </p:cNvPr>
          <p:cNvSpPr/>
          <p:nvPr/>
        </p:nvSpPr>
        <p:spPr>
          <a:xfrm rot="18089206">
            <a:off x="7873366" y="3333477"/>
            <a:ext cx="124951" cy="962270"/>
          </a:xfrm>
          <a:prstGeom prst="up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Pfeil: nach oben und unten 23">
            <a:extLst>
              <a:ext uri="{FF2B5EF4-FFF2-40B4-BE49-F238E27FC236}">
                <a16:creationId xmlns:a16="http://schemas.microsoft.com/office/drawing/2014/main" id="{E66A73B7-0592-40A7-8E1B-BF9B9D6FBA0C}"/>
              </a:ext>
            </a:extLst>
          </p:cNvPr>
          <p:cNvSpPr/>
          <p:nvPr/>
        </p:nvSpPr>
        <p:spPr>
          <a:xfrm rot="13806697">
            <a:off x="4200988" y="3257132"/>
            <a:ext cx="124951" cy="962270"/>
          </a:xfrm>
          <a:prstGeom prst="up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CA54BFCD-CE43-4F86-B5FA-3C848494EF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8647" y="701346"/>
            <a:ext cx="2373802" cy="60915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192E3EB7-7A0F-46EE-861D-FD5B5479BC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0717" y="4099424"/>
            <a:ext cx="3819172" cy="3819172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71073D3-6A6B-4867-96CD-32CD034E76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75389" y="3719790"/>
            <a:ext cx="2735986" cy="2735986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9207050-6E00-4847-80F9-BEA43C4DE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244" y="279765"/>
            <a:ext cx="2019356" cy="201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4B405658-C747-4F1F-8E22-21A0C2DD5108}"/>
              </a:ext>
            </a:extLst>
          </p:cNvPr>
          <p:cNvSpPr/>
          <p:nvPr/>
        </p:nvSpPr>
        <p:spPr>
          <a:xfrm>
            <a:off x="67060" y="4061038"/>
            <a:ext cx="4253653" cy="270625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Inhaltsplatzhalter 4">
            <a:extLst>
              <a:ext uri="{FF2B5EF4-FFF2-40B4-BE49-F238E27FC236}">
                <a16:creationId xmlns:a16="http://schemas.microsoft.com/office/drawing/2014/main" id="{F62FB606-7C87-4330-9974-F633A8B32D67}"/>
              </a:ext>
            </a:extLst>
          </p:cNvPr>
          <p:cNvSpPr txBox="1">
            <a:spLocks/>
          </p:cNvSpPr>
          <p:nvPr/>
        </p:nvSpPr>
        <p:spPr>
          <a:xfrm>
            <a:off x="294014" y="4063243"/>
            <a:ext cx="3445566" cy="49538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Achievement-Service 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8A7B8DF8-0462-4D37-A93A-C9F12B9EC2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9068" y="4000623"/>
            <a:ext cx="3819172" cy="3819172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186C601B-5FB1-45A8-91D6-6C296B866C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3740" y="3620989"/>
            <a:ext cx="2735986" cy="2735986"/>
          </a:xfrm>
          <a:prstGeom prst="rect">
            <a:avLst/>
          </a:prstGeom>
        </p:spPr>
      </p:pic>
      <p:sp>
        <p:nvSpPr>
          <p:cNvPr id="30" name="Pfeil: nach oben und unten 29">
            <a:extLst>
              <a:ext uri="{FF2B5EF4-FFF2-40B4-BE49-F238E27FC236}">
                <a16:creationId xmlns:a16="http://schemas.microsoft.com/office/drawing/2014/main" id="{AB21A09D-9A20-478F-802D-199BC549EE8F}"/>
              </a:ext>
            </a:extLst>
          </p:cNvPr>
          <p:cNvSpPr/>
          <p:nvPr/>
        </p:nvSpPr>
        <p:spPr>
          <a:xfrm rot="13806697">
            <a:off x="7889470" y="1947934"/>
            <a:ext cx="137558" cy="1360367"/>
          </a:xfrm>
          <a:prstGeom prst="up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236210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5243073" cy="4351338"/>
          </a:xfrm>
        </p:spPr>
        <p:txBody>
          <a:bodyPr/>
          <a:lstStyle/>
          <a:p>
            <a:r>
              <a:rPr lang="de-DE" dirty="0"/>
              <a:t>Finetuning</a:t>
            </a:r>
          </a:p>
          <a:p>
            <a:pPr lvl="1"/>
            <a:r>
              <a:rPr lang="de-DE" dirty="0"/>
              <a:t>Tests durchführen</a:t>
            </a:r>
          </a:p>
          <a:p>
            <a:pPr lvl="1"/>
            <a:r>
              <a:rPr lang="de-DE" dirty="0"/>
              <a:t>Bugs finden und beheben</a:t>
            </a:r>
          </a:p>
          <a:p>
            <a:r>
              <a:rPr lang="de-DE" dirty="0"/>
              <a:t>Achievement Erweiterungen</a:t>
            </a:r>
          </a:p>
          <a:p>
            <a:pPr lvl="1"/>
            <a:r>
              <a:rPr lang="de-DE" dirty="0"/>
              <a:t>Mehr/komplexere Achievements</a:t>
            </a:r>
          </a:p>
          <a:p>
            <a:r>
              <a:rPr lang="de-DE" dirty="0"/>
              <a:t>Achievement Trigger</a:t>
            </a:r>
          </a:p>
          <a:p>
            <a:pPr lvl="1"/>
            <a:r>
              <a:rPr lang="de-DE" dirty="0"/>
              <a:t>Verbesserung der Reaktionszeit der Erreichung </a:t>
            </a:r>
          </a:p>
          <a:p>
            <a:r>
              <a:rPr lang="de-DE" dirty="0"/>
              <a:t>Marketing Unterstützung</a:t>
            </a:r>
          </a:p>
          <a:p>
            <a:pPr lvl="1"/>
            <a:r>
              <a:rPr lang="de-DE" dirty="0"/>
              <a:t>Weitere Planung/Tests Abschlussvideo</a:t>
            </a:r>
          </a:p>
          <a:p>
            <a:r>
              <a:rPr lang="de-DE" dirty="0"/>
              <a:t>Datenschutzverbesserungen </a:t>
            </a:r>
          </a:p>
          <a:p>
            <a:pPr lvl="1"/>
            <a:r>
              <a:rPr lang="de-DE" dirty="0"/>
              <a:t>Verifizierung per ID, statt Email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4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5266095" cy="1325563"/>
          </a:xfrm>
        </p:spPr>
        <p:txBody>
          <a:bodyPr/>
          <a:lstStyle/>
          <a:p>
            <a:r>
              <a:rPr lang="de-DE" dirty="0"/>
              <a:t>SEASON 2 </a:t>
            </a:r>
            <a:br>
              <a:rPr lang="de-DE" dirty="0"/>
            </a:br>
            <a:r>
              <a:rPr lang="de-DE" dirty="0"/>
              <a:t>	SPRINT 4 </a:t>
            </a:r>
            <a:br>
              <a:rPr lang="de-DE" dirty="0"/>
            </a:br>
            <a:r>
              <a:rPr lang="de-DE" dirty="0"/>
              <a:t>		Feature Freeze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5375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5D612B9-68B9-4C9F-98FE-CEE07DB1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3160" y="2575430"/>
            <a:ext cx="5464075" cy="1707139"/>
          </a:xfrm>
        </p:spPr>
        <p:txBody>
          <a:bodyPr rtlCol="0"/>
          <a:lstStyle/>
          <a:p>
            <a:pPr rtl="0"/>
            <a:r>
              <a:rPr lang="de-DE" dirty="0"/>
              <a:t>Vorstellung der Ergebnisse</a:t>
            </a:r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1A7461D5-44E5-40D7-945B-377577706F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690" t="518" r="3905" b="-518"/>
          <a:stretch/>
        </p:blipFill>
        <p:spPr>
          <a:xfrm>
            <a:off x="710812" y="728545"/>
            <a:ext cx="5305661" cy="5305661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4288052-E11B-4589-B7CB-7EAFB3FC02EA}"/>
              </a:ext>
            </a:extLst>
          </p:cNvPr>
          <p:cNvSpPr txBox="1"/>
          <p:nvPr/>
        </p:nvSpPr>
        <p:spPr>
          <a:xfrm>
            <a:off x="1607076" y="5126416"/>
            <a:ext cx="3638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https://swift.wsf.wir.ad.th-wildau.de</a:t>
            </a:r>
          </a:p>
        </p:txBody>
      </p:sp>
    </p:spTree>
    <p:extLst>
      <p:ext uri="{BB962C8B-B14F-4D97-AF65-F5344CB8AC3E}">
        <p14:creationId xmlns:p14="http://schemas.microsoft.com/office/powerpoint/2010/main" val="112477953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Design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95_TF34076243" id="{08700077-069E-4FC7-9803-E0E8FFC68286}" vid="{D3EE604E-3FB4-4B44-A42C-EEFA81C76CB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 „Blaue Kreise“</Template>
  <TotalTime>0</TotalTime>
  <Words>112</Words>
  <Application>Microsoft Office PowerPoint</Application>
  <PresentationFormat>Breitbild</PresentationFormat>
  <Paragraphs>39</Paragraphs>
  <Slides>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Corbel</vt:lpstr>
      <vt:lpstr>Office-Design</vt:lpstr>
      <vt:lpstr>Software Wildau Investment and Financial Trading </vt:lpstr>
      <vt:lpstr>SEASON 2   SPRINT 3</vt:lpstr>
      <vt:lpstr>Technologien</vt:lpstr>
      <vt:lpstr>SEASON 2   SPRINT 4    Feature Freeze</vt:lpstr>
      <vt:lpstr>Vorstellung der Ergebnisse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Präsentati-onstitel</dc:title>
  <dc:creator>Lukas Sontowski</dc:creator>
  <cp:lastModifiedBy>Lukas Sontowski</cp:lastModifiedBy>
  <cp:revision>103</cp:revision>
  <dcterms:created xsi:type="dcterms:W3CDTF">2025-04-07T12:42:05Z</dcterms:created>
  <dcterms:modified xsi:type="dcterms:W3CDTF">2025-11-18T14:09:23Z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