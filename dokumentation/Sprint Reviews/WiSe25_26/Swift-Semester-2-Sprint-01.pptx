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8" r:id="rId5"/>
    <p:sldId id="296" r:id="rId6"/>
    <p:sldId id="297" r:id="rId7"/>
    <p:sldId id="276" r:id="rId8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1541" autoAdjust="0"/>
  </p:normalViewPr>
  <p:slideViewPr>
    <p:cSldViewPr snapToGrid="0" showGuides="1">
      <p:cViewPr varScale="1">
        <p:scale>
          <a:sx n="111" d="100"/>
          <a:sy n="111" d="100"/>
        </p:scale>
        <p:origin x="845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94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E87C01A-9758-4250-8ECE-0642C0695A6C}" type="datetime1">
              <a:rPr lang="de-DE" smtClean="0"/>
              <a:t>18.10.2025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18A1656-FDB1-442A-B22F-67D2FDA9ED1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47850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5684A-D8A0-486B-B44A-49251F0233F5}" type="datetime1">
              <a:rPr lang="de-DE" smtClean="0"/>
              <a:pPr/>
              <a:t>18.10.2025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336304E-FDE3-4B4F-A3B7-EBE87F3FA5E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9795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8220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312605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313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1579014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7745" y="5379832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Master-Untertitelformat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337688" y="5257453"/>
            <a:ext cx="313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Bild 8">
            <a:extLst>
              <a:ext uri="{FF2B5EF4-FFF2-40B4-BE49-F238E27FC236}">
                <a16:creationId xmlns:a16="http://schemas.microsoft.com/office/drawing/2014/main" id="{65B85C08-1DBE-4055-8D6F-73F19C4528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15850" y="527841"/>
            <a:ext cx="1745251" cy="40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40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333" userDrawn="1">
          <p15:clr>
            <a:srgbClr val="FBAE40"/>
          </p15:clr>
        </p15:guide>
        <p15:guide id="4" pos="36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 dirty="0"/>
              <a:t>Hier Platzhaltertext einfügen</a:t>
            </a: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750495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2E17FB3-B5C4-4B3A-A57B-C6493A9D0C66}"/>
              </a:ext>
            </a:extLst>
          </p:cNvPr>
          <p:cNvGrpSpPr/>
          <p:nvPr userDrawn="1"/>
        </p:nvGrpSpPr>
        <p:grpSpPr>
          <a:xfrm rot="8650774">
            <a:off x="2691063" y="3860360"/>
            <a:ext cx="1905000" cy="2354263"/>
            <a:chOff x="11114088" y="2241550"/>
            <a:chExt cx="1905000" cy="2354263"/>
          </a:xfrm>
          <a:solidFill>
            <a:schemeClr val="bg2"/>
          </a:solidFill>
        </p:grpSpPr>
        <p:sp>
          <p:nvSpPr>
            <p:cNvPr id="11" name="Freihandform 5">
              <a:extLst>
                <a:ext uri="{FF2B5EF4-FFF2-40B4-BE49-F238E27FC236}">
                  <a16:creationId xmlns:a16="http://schemas.microsoft.com/office/drawing/2014/main" id="{DCA6C454-F761-4265-BB5E-DFD947CC3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2" name="Freihandform 6">
              <a:extLst>
                <a:ext uri="{FF2B5EF4-FFF2-40B4-BE49-F238E27FC236}">
                  <a16:creationId xmlns:a16="http://schemas.microsoft.com/office/drawing/2014/main" id="{6B853B2F-9E1C-4AC4-9344-8610498D5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3" name="Freihandform 7">
              <a:extLst>
                <a:ext uri="{FF2B5EF4-FFF2-40B4-BE49-F238E27FC236}">
                  <a16:creationId xmlns:a16="http://schemas.microsoft.com/office/drawing/2014/main" id="{B7FCC84B-2235-4948-8277-8363DFC69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4648" y="0"/>
            <a:ext cx="6307353" cy="5780372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69620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D415693-E2CB-4DB4-B07C-2F96B0CAB302}"/>
              </a:ext>
            </a:extLst>
          </p:cNvPr>
          <p:cNvSpPr/>
          <p:nvPr userDrawn="1"/>
        </p:nvSpPr>
        <p:spPr>
          <a:xfrm>
            <a:off x="7854462" y="988536"/>
            <a:ext cx="4329129" cy="488092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14C1BF67-E354-4E04-8F94-BABF2B7D1AFB}"/>
              </a:ext>
            </a:extLst>
          </p:cNvPr>
          <p:cNvSpPr/>
          <p:nvPr userDrawn="1"/>
        </p:nvSpPr>
        <p:spPr>
          <a:xfrm>
            <a:off x="5107816" y="633613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FF6AC390-6F85-4B64-AE7A-E8E0D8FC89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5212" y="988536"/>
            <a:ext cx="4884848" cy="488484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9699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 userDrawn="1"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 userDrawn="1"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3" name="Bildplatzhalter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 userDrawn="1"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 userDrawn="1"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174103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s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 userDrawn="1"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 userDrawn="1"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accent2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r">
              <a:buNone/>
              <a:defRPr sz="18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Hier Thema 01 einfügen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Hier Thema 02 einfügen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 userDrawn="1"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4" name="Bildplatzhalter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 userDrawn="1"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9" name="Bildplatzhalter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89140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4B31150-A166-4DB3-A898-2154C9665891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2" name="Freihandform 5">
              <a:extLst>
                <a:ext uri="{FF2B5EF4-FFF2-40B4-BE49-F238E27FC236}">
                  <a16:creationId xmlns:a16="http://schemas.microsoft.com/office/drawing/2014/main" id="{1C1A95BC-42CA-4166-918D-DF4306881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3" name="Freihandform 6">
              <a:extLst>
                <a:ext uri="{FF2B5EF4-FFF2-40B4-BE49-F238E27FC236}">
                  <a16:creationId xmlns:a16="http://schemas.microsoft.com/office/drawing/2014/main" id="{4B4D5F91-2158-4A30-B83C-5CC9CC6E5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4" name="Freihandform 7">
              <a:extLst>
                <a:ext uri="{FF2B5EF4-FFF2-40B4-BE49-F238E27FC236}">
                  <a16:creationId xmlns:a16="http://schemas.microsoft.com/office/drawing/2014/main" id="{C509E5D6-79CC-4E1D-AAF4-C6F28F3C1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6" name="Titel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6502"/>
            <a:ext cx="1073019" cy="243867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56476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431CD316-21C7-4FA9-A45A-374D6AE71ED5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36" name="Freihandform 5">
              <a:extLst>
                <a:ext uri="{FF2B5EF4-FFF2-40B4-BE49-F238E27FC236}">
                  <a16:creationId xmlns:a16="http://schemas.microsoft.com/office/drawing/2014/main" id="{E107D9FB-3967-4583-A9DA-6787AF712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37" name="Freihandform 6">
              <a:extLst>
                <a:ext uri="{FF2B5EF4-FFF2-40B4-BE49-F238E27FC236}">
                  <a16:creationId xmlns:a16="http://schemas.microsoft.com/office/drawing/2014/main" id="{138D5FEB-37FF-4F26-B625-CE2BE91FF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38" name="Freihandform 7">
              <a:extLst>
                <a:ext uri="{FF2B5EF4-FFF2-40B4-BE49-F238E27FC236}">
                  <a16:creationId xmlns:a16="http://schemas.microsoft.com/office/drawing/2014/main" id="{6C2B67E8-673C-422C-B021-296E2E2B9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23" name="Ellipse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 userDrawn="1"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 userDrawn="1"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 userDrawn="1"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 userDrawn="1"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 userDrawn="1"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 userDrawn="1"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 userDrawn="1"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 userDrawn="1"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</p:spTree>
    <p:extLst>
      <p:ext uri="{BB962C8B-B14F-4D97-AF65-F5344CB8AC3E}">
        <p14:creationId xmlns:p14="http://schemas.microsoft.com/office/powerpoint/2010/main" val="387650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schö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E-Mail-Adresse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844881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 rtl="0"/>
            <a:r>
              <a:rPr lang="de-DE" noProof="0" dirty="0"/>
              <a:t>Hier Website-URL einfügen</a:t>
            </a:r>
          </a:p>
        </p:txBody>
      </p:sp>
      <p:pic>
        <p:nvPicPr>
          <p:cNvPr id="17" name="Grafik 16" descr="Umschlag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fik 17" descr="Netzwerk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3713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15850" y="527841"/>
            <a:ext cx="1745251" cy="401407"/>
          </a:xfrm>
          <a:prstGeom prst="rect">
            <a:avLst/>
          </a:prstGeom>
        </p:spPr>
      </p:pic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77C312F4-62C2-4903-8C4B-423A8717E481}"/>
              </a:ext>
            </a:extLst>
          </p:cNvPr>
          <p:cNvCxnSpPr/>
          <p:nvPr userDrawn="1"/>
        </p:nvCxnSpPr>
        <p:spPr>
          <a:xfrm>
            <a:off x="6417982" y="4623048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el 1">
            <a:extLst>
              <a:ext uri="{FF2B5EF4-FFF2-40B4-BE49-F238E27FC236}">
                <a16:creationId xmlns:a16="http://schemas.microsoft.com/office/drawing/2014/main" id="{525B5135-F466-4A63-A42C-3BB2BAA7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4613" y="2968096"/>
            <a:ext cx="5011410" cy="921807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de-DE" noProof="0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10107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F54E98B-AC75-484D-9121-68498EB888AA}"/>
              </a:ext>
            </a:extLst>
          </p:cNvPr>
          <p:cNvSpPr/>
          <p:nvPr userDrawn="1"/>
        </p:nvSpPr>
        <p:spPr>
          <a:xfrm>
            <a:off x="754010" y="708293"/>
            <a:ext cx="5334029" cy="5334029"/>
          </a:xfrm>
          <a:prstGeom prst="ellips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057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D5251EA-F450-4DD1-995B-DC89513424C8}"/>
              </a:ext>
            </a:extLst>
          </p:cNvPr>
          <p:cNvGrpSpPr/>
          <p:nvPr userDrawn="1"/>
        </p:nvGrpSpPr>
        <p:grpSpPr>
          <a:xfrm rot="16200000">
            <a:off x="1637386" y="1473117"/>
            <a:ext cx="8917229" cy="10769768"/>
            <a:chOff x="-1728305" y="-2049517"/>
            <a:chExt cx="8917229" cy="10769768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44882F4E-E8C8-46FE-A9C8-7B79782767F6}"/>
                </a:ext>
              </a:extLst>
            </p:cNvPr>
            <p:cNvSpPr/>
            <p:nvPr userDrawn="1"/>
          </p:nvSpPr>
          <p:spPr>
            <a:xfrm>
              <a:off x="754010" y="708293"/>
              <a:ext cx="5334029" cy="5334029"/>
            </a:xfrm>
            <a:prstGeom prst="ellipse">
              <a:avLst/>
            </a:prstGeom>
            <a:solidFill>
              <a:schemeClr val="bg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/>
            </a:p>
          </p:txBody>
        </p: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965CD13B-04FB-40D5-AF62-2F43CF49BA9B}"/>
                </a:ext>
              </a:extLst>
            </p:cNvPr>
            <p:cNvGrpSpPr/>
            <p:nvPr userDrawn="1"/>
          </p:nvGrpSpPr>
          <p:grpSpPr>
            <a:xfrm>
              <a:off x="-1728305" y="-2049517"/>
              <a:ext cx="8917229" cy="10769768"/>
              <a:chOff x="11114088" y="2241550"/>
              <a:chExt cx="1905000" cy="2354263"/>
            </a:xfrm>
            <a:solidFill>
              <a:schemeClr val="bg1">
                <a:alpha val="16000"/>
              </a:schemeClr>
            </a:solidFill>
          </p:grpSpPr>
          <p:sp>
            <p:nvSpPr>
              <p:cNvPr id="19" name="Freihandform 5">
                <a:extLst>
                  <a:ext uri="{FF2B5EF4-FFF2-40B4-BE49-F238E27FC236}">
                    <a16:creationId xmlns:a16="http://schemas.microsoft.com/office/drawing/2014/main" id="{01876F8F-C11E-4FB2-8150-1F0602752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2241550"/>
                <a:ext cx="1905000" cy="2354263"/>
              </a:xfrm>
              <a:custGeom>
                <a:avLst/>
                <a:gdLst>
                  <a:gd name="T0" fmla="*/ 0 w 447"/>
                  <a:gd name="T1" fmla="*/ 264 h 553"/>
                  <a:gd name="T2" fmla="*/ 141 w 447"/>
                  <a:gd name="T3" fmla="*/ 48 h 553"/>
                  <a:gd name="T4" fmla="*/ 414 w 447"/>
                  <a:gd name="T5" fmla="*/ 67 h 553"/>
                  <a:gd name="T6" fmla="*/ 438 w 447"/>
                  <a:gd name="T7" fmla="*/ 98 h 553"/>
                  <a:gd name="T8" fmla="*/ 391 w 447"/>
                  <a:gd name="T9" fmla="*/ 111 h 553"/>
                  <a:gd name="T10" fmla="*/ 94 w 447"/>
                  <a:gd name="T11" fmla="*/ 149 h 553"/>
                  <a:gd name="T12" fmla="*/ 107 w 447"/>
                  <a:gd name="T13" fmla="*/ 424 h 553"/>
                  <a:gd name="T14" fmla="*/ 383 w 447"/>
                  <a:gd name="T15" fmla="*/ 453 h 553"/>
                  <a:gd name="T16" fmla="*/ 393 w 447"/>
                  <a:gd name="T17" fmla="*/ 446 h 553"/>
                  <a:gd name="T18" fmla="*/ 433 w 447"/>
                  <a:gd name="T19" fmla="*/ 449 h 553"/>
                  <a:gd name="T20" fmla="*/ 421 w 447"/>
                  <a:gd name="T21" fmla="*/ 485 h 553"/>
                  <a:gd name="T22" fmla="*/ 194 w 447"/>
                  <a:gd name="T23" fmla="*/ 531 h 553"/>
                  <a:gd name="T24" fmla="*/ 0 w 447"/>
                  <a:gd name="T25" fmla="*/ 264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7" h="553">
                    <a:moveTo>
                      <a:pt x="0" y="264"/>
                    </a:moveTo>
                    <a:cubicBezTo>
                      <a:pt x="5" y="176"/>
                      <a:pt x="49" y="96"/>
                      <a:pt x="141" y="48"/>
                    </a:cubicBezTo>
                    <a:cubicBezTo>
                      <a:pt x="235" y="0"/>
                      <a:pt x="327" y="9"/>
                      <a:pt x="414" y="67"/>
                    </a:cubicBezTo>
                    <a:cubicBezTo>
                      <a:pt x="425" y="75"/>
                      <a:pt x="439" y="82"/>
                      <a:pt x="438" y="98"/>
                    </a:cubicBezTo>
                    <a:cubicBezTo>
                      <a:pt x="437" y="120"/>
                      <a:pt x="413" y="127"/>
                      <a:pt x="391" y="111"/>
                    </a:cubicBezTo>
                    <a:cubicBezTo>
                      <a:pt x="294" y="40"/>
                      <a:pt x="166" y="56"/>
                      <a:pt x="94" y="149"/>
                    </a:cubicBezTo>
                    <a:cubicBezTo>
                      <a:pt x="30" y="231"/>
                      <a:pt x="36" y="349"/>
                      <a:pt x="107" y="424"/>
                    </a:cubicBezTo>
                    <a:cubicBezTo>
                      <a:pt x="180" y="502"/>
                      <a:pt x="296" y="514"/>
                      <a:pt x="383" y="453"/>
                    </a:cubicBezTo>
                    <a:cubicBezTo>
                      <a:pt x="386" y="451"/>
                      <a:pt x="390" y="449"/>
                      <a:pt x="393" y="446"/>
                    </a:cubicBezTo>
                    <a:cubicBezTo>
                      <a:pt x="407" y="433"/>
                      <a:pt x="420" y="433"/>
                      <a:pt x="433" y="449"/>
                    </a:cubicBezTo>
                    <a:cubicBezTo>
                      <a:pt x="447" y="467"/>
                      <a:pt x="433" y="477"/>
                      <a:pt x="421" y="485"/>
                    </a:cubicBezTo>
                    <a:cubicBezTo>
                      <a:pt x="353" y="537"/>
                      <a:pt x="277" y="553"/>
                      <a:pt x="194" y="531"/>
                    </a:cubicBezTo>
                    <a:cubicBezTo>
                      <a:pt x="79" y="501"/>
                      <a:pt x="1" y="397"/>
                      <a:pt x="0" y="2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de-DE" noProof="0" dirty="0"/>
              </a:p>
            </p:txBody>
          </p:sp>
          <p:sp>
            <p:nvSpPr>
              <p:cNvPr id="20" name="Freihandform 6">
                <a:extLst>
                  <a:ext uri="{FF2B5EF4-FFF2-40B4-BE49-F238E27FC236}">
                    <a16:creationId xmlns:a16="http://schemas.microsoft.com/office/drawing/2014/main" id="{08A1D05F-5F61-4156-8C83-1A002AA1E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12538" y="2590800"/>
                <a:ext cx="835025" cy="1673225"/>
              </a:xfrm>
              <a:custGeom>
                <a:avLst/>
                <a:gdLst>
                  <a:gd name="T0" fmla="*/ 0 w 196"/>
                  <a:gd name="T1" fmla="*/ 198 h 393"/>
                  <a:gd name="T2" fmla="*/ 157 w 196"/>
                  <a:gd name="T3" fmla="*/ 8 h 393"/>
                  <a:gd name="T4" fmla="*/ 192 w 196"/>
                  <a:gd name="T5" fmla="*/ 22 h 393"/>
                  <a:gd name="T6" fmla="*/ 167 w 196"/>
                  <a:gd name="T7" fmla="*/ 56 h 393"/>
                  <a:gd name="T8" fmla="*/ 48 w 196"/>
                  <a:gd name="T9" fmla="*/ 198 h 393"/>
                  <a:gd name="T10" fmla="*/ 170 w 196"/>
                  <a:gd name="T11" fmla="*/ 339 h 393"/>
                  <a:gd name="T12" fmla="*/ 193 w 196"/>
                  <a:gd name="T13" fmla="*/ 372 h 393"/>
                  <a:gd name="T14" fmla="*/ 160 w 196"/>
                  <a:gd name="T15" fmla="*/ 387 h 393"/>
                  <a:gd name="T16" fmla="*/ 0 w 196"/>
                  <a:gd name="T17" fmla="*/ 198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6" h="393">
                    <a:moveTo>
                      <a:pt x="0" y="198"/>
                    </a:moveTo>
                    <a:cubicBezTo>
                      <a:pt x="0" y="103"/>
                      <a:pt x="64" y="26"/>
                      <a:pt x="157" y="8"/>
                    </a:cubicBezTo>
                    <a:cubicBezTo>
                      <a:pt x="171" y="6"/>
                      <a:pt x="188" y="0"/>
                      <a:pt x="192" y="22"/>
                    </a:cubicBezTo>
                    <a:cubicBezTo>
                      <a:pt x="196" y="41"/>
                      <a:pt x="190" y="52"/>
                      <a:pt x="167" y="56"/>
                    </a:cubicBezTo>
                    <a:cubicBezTo>
                      <a:pt x="95" y="70"/>
                      <a:pt x="47" y="129"/>
                      <a:pt x="48" y="198"/>
                    </a:cubicBezTo>
                    <a:cubicBezTo>
                      <a:pt x="48" y="267"/>
                      <a:pt x="97" y="325"/>
                      <a:pt x="170" y="339"/>
                    </a:cubicBezTo>
                    <a:cubicBezTo>
                      <a:pt x="191" y="343"/>
                      <a:pt x="195" y="354"/>
                      <a:pt x="193" y="372"/>
                    </a:cubicBezTo>
                    <a:cubicBezTo>
                      <a:pt x="190" y="393"/>
                      <a:pt x="174" y="389"/>
                      <a:pt x="160" y="387"/>
                    </a:cubicBezTo>
                    <a:cubicBezTo>
                      <a:pt x="70" y="375"/>
                      <a:pt x="0" y="293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de-DE" noProof="0" dirty="0"/>
              </a:p>
            </p:txBody>
          </p:sp>
        </p:grpSp>
      </p:grp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153348"/>
            <a:ext cx="10515600" cy="648543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26544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60E0B501-22AA-4685-BE9B-A267F6F675A7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4" name="Freihandform 5">
              <a:extLst>
                <a:ext uri="{FF2B5EF4-FFF2-40B4-BE49-F238E27FC236}">
                  <a16:creationId xmlns:a16="http://schemas.microsoft.com/office/drawing/2014/main" id="{5D0E179E-CA3D-4874-9ACD-F8990F48F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5" name="Freihandform 6">
              <a:extLst>
                <a:ext uri="{FF2B5EF4-FFF2-40B4-BE49-F238E27FC236}">
                  <a16:creationId xmlns:a16="http://schemas.microsoft.com/office/drawing/2014/main" id="{A9C53936-B93A-4CF6-8766-2FA93ACFE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6" name="Freihandform 7">
              <a:extLst>
                <a:ext uri="{FF2B5EF4-FFF2-40B4-BE49-F238E27FC236}">
                  <a16:creationId xmlns:a16="http://schemas.microsoft.com/office/drawing/2014/main" id="{5776DEA2-5422-4F51-B359-652B71274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825625"/>
            <a:ext cx="10837862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2" name="Bild 11">
            <a:extLst>
              <a:ext uri="{FF2B5EF4-FFF2-40B4-BE49-F238E27FC236}">
                <a16:creationId xmlns:a16="http://schemas.microsoft.com/office/drawing/2014/main" id="{EC2DFD46-BF74-47BA-A496-92ED1979C3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EF788279-D710-447A-9E71-4D13445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89758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C2A6B906-ACDA-40FD-8AC8-0B693AB1279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9" name="Freihandform 5">
              <a:extLst>
                <a:ext uri="{FF2B5EF4-FFF2-40B4-BE49-F238E27FC236}">
                  <a16:creationId xmlns:a16="http://schemas.microsoft.com/office/drawing/2014/main" id="{717F7366-5A99-4065-90C2-AE7DF5DD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0" name="Freihandform 6">
              <a:extLst>
                <a:ext uri="{FF2B5EF4-FFF2-40B4-BE49-F238E27FC236}">
                  <a16:creationId xmlns:a16="http://schemas.microsoft.com/office/drawing/2014/main" id="{90A089CA-63B9-4456-B0B1-17C75EBFB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2" name="Freihandform 7">
              <a:extLst>
                <a:ext uri="{FF2B5EF4-FFF2-40B4-BE49-F238E27FC236}">
                  <a16:creationId xmlns:a16="http://schemas.microsoft.com/office/drawing/2014/main" id="{8D36B2D1-BCFE-43FC-8743-7B7A30E1A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25625"/>
            <a:ext cx="5503862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3" name="Bild 12">
            <a:extLst>
              <a:ext uri="{FF2B5EF4-FFF2-40B4-BE49-F238E27FC236}">
                <a16:creationId xmlns:a16="http://schemas.microsoft.com/office/drawing/2014/main" id="{332150F9-14BF-4DCB-884D-49596914C2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1" name="Titel 1">
            <a:extLst>
              <a:ext uri="{FF2B5EF4-FFF2-40B4-BE49-F238E27FC236}">
                <a16:creationId xmlns:a16="http://schemas.microsoft.com/office/drawing/2014/main" id="{19DEF115-82C2-4E9D-A22C-8DA561FB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92934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616F52B4-215E-4237-893C-E22B23804744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2" name="Freihandform 5">
              <a:extLst>
                <a:ext uri="{FF2B5EF4-FFF2-40B4-BE49-F238E27FC236}">
                  <a16:creationId xmlns:a16="http://schemas.microsoft.com/office/drawing/2014/main" id="{B7C40C77-B795-4B07-B92D-2E8A56635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3" name="Freihandform 6">
              <a:extLst>
                <a:ext uri="{FF2B5EF4-FFF2-40B4-BE49-F238E27FC236}">
                  <a16:creationId xmlns:a16="http://schemas.microsoft.com/office/drawing/2014/main" id="{6E703A1E-5F10-4BB5-9D52-77CB6F599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4" name="Freihandform 7">
              <a:extLst>
                <a:ext uri="{FF2B5EF4-FFF2-40B4-BE49-F238E27FC236}">
                  <a16:creationId xmlns:a16="http://schemas.microsoft.com/office/drawing/2014/main" id="{22CEE04C-09CE-41CF-937D-EC2D3C23E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505075"/>
            <a:ext cx="5157787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9" name="Inhaltsplatzhalter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21" name="Bild 20">
            <a:extLst>
              <a:ext uri="{FF2B5EF4-FFF2-40B4-BE49-F238E27FC236}">
                <a16:creationId xmlns:a16="http://schemas.microsoft.com/office/drawing/2014/main" id="{03383C6B-3BE4-4380-AF26-1C21492FCE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5" name="Titel 1">
            <a:extLst>
              <a:ext uri="{FF2B5EF4-FFF2-40B4-BE49-F238E27FC236}">
                <a16:creationId xmlns:a16="http://schemas.microsoft.com/office/drawing/2014/main" id="{AE3770E9-CB74-47B0-8229-91F6F756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461794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C57825D7-DD33-4B70-BBBE-D46E7A535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768485"/>
            <a:ext cx="5305662" cy="5305662"/>
          </a:xfrm>
          <a:custGeom>
            <a:avLst/>
            <a:gdLst>
              <a:gd name="connsiteX0" fmla="*/ 2652831 w 5305662"/>
              <a:gd name="connsiteY0" fmla="*/ 0 h 5305662"/>
              <a:gd name="connsiteX1" fmla="*/ 5305662 w 5305662"/>
              <a:gd name="connsiteY1" fmla="*/ 2652831 h 5305662"/>
              <a:gd name="connsiteX2" fmla="*/ 2652831 w 5305662"/>
              <a:gd name="connsiteY2" fmla="*/ 5305662 h 5305662"/>
              <a:gd name="connsiteX3" fmla="*/ 0 w 5305662"/>
              <a:gd name="connsiteY3" fmla="*/ 2652831 h 5305662"/>
              <a:gd name="connsiteX4" fmla="*/ 2652831 w 5305662"/>
              <a:gd name="connsiteY4" fmla="*/ 0 h 53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5662" h="5305662">
                <a:moveTo>
                  <a:pt x="2652831" y="0"/>
                </a:moveTo>
                <a:cubicBezTo>
                  <a:pt x="4117949" y="0"/>
                  <a:pt x="5305662" y="1187713"/>
                  <a:pt x="5305662" y="2652831"/>
                </a:cubicBezTo>
                <a:cubicBezTo>
                  <a:pt x="5305662" y="4117949"/>
                  <a:pt x="4117949" y="5305662"/>
                  <a:pt x="2652831" y="5305662"/>
                </a:cubicBezTo>
                <a:cubicBezTo>
                  <a:pt x="1187713" y="5305662"/>
                  <a:pt x="0" y="4117949"/>
                  <a:pt x="0" y="2652831"/>
                </a:cubicBezTo>
                <a:cubicBezTo>
                  <a:pt x="0" y="1187713"/>
                  <a:pt x="1187713" y="0"/>
                  <a:pt x="265283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 flipH="1">
            <a:off x="5400786" y="-2003509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19" name="Titel 1">
            <a:extLst>
              <a:ext uri="{FF2B5EF4-FFF2-40B4-BE49-F238E27FC236}">
                <a16:creationId xmlns:a16="http://schemas.microsoft.com/office/drawing/2014/main" id="{19A1397F-1946-4CBE-9EC5-159C3CBC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C535F2AB-153E-44A9-97BE-00553BEC1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06298D65-1027-4897-A948-DCEEF8FC3D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85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9F866E5C-B8AA-4805-B232-831BA01AAF1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0" name="Freihandform 5">
              <a:extLst>
                <a:ext uri="{FF2B5EF4-FFF2-40B4-BE49-F238E27FC236}">
                  <a16:creationId xmlns:a16="http://schemas.microsoft.com/office/drawing/2014/main" id="{F98614F0-2DA3-4F29-8CB3-D61424AC8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2" name="Freihandform 6">
              <a:extLst>
                <a:ext uri="{FF2B5EF4-FFF2-40B4-BE49-F238E27FC236}">
                  <a16:creationId xmlns:a16="http://schemas.microsoft.com/office/drawing/2014/main" id="{66D52F08-13EC-4AB4-BB79-89A5395A0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3" name="Freihandform 7">
              <a:extLst>
                <a:ext uri="{FF2B5EF4-FFF2-40B4-BE49-F238E27FC236}">
                  <a16:creationId xmlns:a16="http://schemas.microsoft.com/office/drawing/2014/main" id="{2544236D-8C3A-41EF-9A68-C84A8A7D0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3" name="Bild 12">
            <a:extLst>
              <a:ext uri="{FF2B5EF4-FFF2-40B4-BE49-F238E27FC236}">
                <a16:creationId xmlns:a16="http://schemas.microsoft.com/office/drawing/2014/main" id="{91881DEA-0ECB-4310-ADF5-4337ACB433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1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F5B716E-F937-40F9-B6CA-96B3068BCF36}" type="datetime1">
              <a:rPr lang="de-DE" noProof="0" smtClean="0"/>
              <a:t>18.10.2025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61" r:id="rId5"/>
    <p:sldLayoutId id="2147483662" r:id="rId6"/>
    <p:sldLayoutId id="2147483663" r:id="rId7"/>
    <p:sldLayoutId id="2147483654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AB08B8-3DB3-4637-AE23-B8DB96D9F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7688" y="1439517"/>
            <a:ext cx="5987394" cy="3883715"/>
          </a:xfrm>
        </p:spPr>
        <p:txBody>
          <a:bodyPr rtlCol="0"/>
          <a:lstStyle/>
          <a:p>
            <a:pPr rtl="0"/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</a:t>
            </a:r>
            <a:r>
              <a:rPr lang="de-DE" dirty="0"/>
              <a:t>oftware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</a:t>
            </a:r>
            <a:r>
              <a:rPr lang="de-DE" dirty="0"/>
              <a:t>ildau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</a:t>
            </a:r>
            <a:r>
              <a:rPr lang="de-DE" dirty="0"/>
              <a:t>nvestment and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</a:t>
            </a:r>
            <a:r>
              <a:rPr lang="de-DE" dirty="0"/>
              <a:t>inancial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</a:t>
            </a:r>
            <a:r>
              <a:rPr lang="de-DE" dirty="0"/>
              <a:t>rading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98AA37-E298-4CD8-9F0F-2123ACFD9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7688" y="5418483"/>
            <a:ext cx="5143500" cy="503167"/>
          </a:xfrm>
        </p:spPr>
        <p:txBody>
          <a:bodyPr rtlCol="0"/>
          <a:lstStyle/>
          <a:p>
            <a:pPr rtl="0"/>
            <a:r>
              <a:rPr lang="de-DE" dirty="0"/>
              <a:t>SWIFT </a:t>
            </a:r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CF942580-3492-48E1-B0BD-8D8901333DC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7172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C82DB3A-68B0-4993-AD19-03B6E104B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5243073" cy="4351338"/>
          </a:xfrm>
        </p:spPr>
        <p:txBody>
          <a:bodyPr/>
          <a:lstStyle/>
          <a:p>
            <a:r>
              <a:rPr lang="de-DE" dirty="0"/>
              <a:t>Globales </a:t>
            </a:r>
            <a:r>
              <a:rPr lang="de-DE" dirty="0" err="1"/>
              <a:t>Leaderboard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Seiteneinrichtung Frontend </a:t>
            </a:r>
          </a:p>
          <a:p>
            <a:pPr lvl="1"/>
            <a:r>
              <a:rPr lang="de-DE" dirty="0"/>
              <a:t>Datenbankanpassungen </a:t>
            </a:r>
          </a:p>
          <a:p>
            <a:pPr lvl="1"/>
            <a:r>
              <a:rPr lang="de-DE" dirty="0" err="1"/>
              <a:t>Leaderboard</a:t>
            </a:r>
            <a:r>
              <a:rPr lang="de-DE" dirty="0"/>
              <a:t> Routen </a:t>
            </a:r>
          </a:p>
          <a:p>
            <a:r>
              <a:rPr lang="de-DE" dirty="0"/>
              <a:t>Architekturanpassungen für Seasons</a:t>
            </a:r>
          </a:p>
          <a:p>
            <a:pPr lvl="1"/>
            <a:r>
              <a:rPr lang="de-DE" dirty="0"/>
              <a:t>Datenbankarchitektur erweitern </a:t>
            </a:r>
          </a:p>
          <a:p>
            <a:r>
              <a:rPr lang="de-DE" dirty="0"/>
              <a:t>Entwicklungserleichterungen</a:t>
            </a:r>
          </a:p>
          <a:p>
            <a:pPr lvl="1"/>
            <a:r>
              <a:rPr lang="de-DE" dirty="0"/>
              <a:t>CI/CD Pipeline beginnen</a:t>
            </a:r>
          </a:p>
          <a:p>
            <a:r>
              <a:rPr lang="de-DE" dirty="0"/>
              <a:t>Sonstige Vereinheitlichungen/Optimierungen 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21BE03A-87AF-4532-9B1F-1779634A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de-DE" noProof="0" smtClean="0"/>
              <a:pPr rtl="0"/>
              <a:t>2</a:t>
            </a:fld>
            <a:endParaRPr lang="de-DE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2E5BC7B-EC1E-4E93-A2CB-D1566FEF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SEASON 2 </a:t>
            </a:r>
            <a:br>
              <a:rPr lang="de-DE" dirty="0"/>
            </a:br>
            <a:r>
              <a:rPr lang="de-DE" dirty="0"/>
              <a:t>	SPRINT 1</a:t>
            </a:r>
          </a:p>
        </p:txBody>
      </p:sp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36450A90-C241-4DD8-B2C8-FD14B8A655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9301" r="19301"/>
          <a:stretch>
            <a:fillRect/>
          </a:stretch>
        </p:blipFill>
        <p:spPr>
          <a:ln>
            <a:solidFill>
              <a:schemeClr val="tx1"/>
            </a:solidFill>
          </a:ln>
        </p:spPr>
      </p:pic>
      <p:pic>
        <p:nvPicPr>
          <p:cNvPr id="6" name="Grafik 5" descr="Häkchen mit einfarbiger Füllung">
            <a:extLst>
              <a:ext uri="{FF2B5EF4-FFF2-40B4-BE49-F238E27FC236}">
                <a16:creationId xmlns:a16="http://schemas.microsoft.com/office/drawing/2014/main" id="{3B57F120-54B7-4983-933D-D267A8115D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7299" y="1975786"/>
            <a:ext cx="914400" cy="914400"/>
          </a:xfrm>
          <a:prstGeom prst="rect">
            <a:avLst/>
          </a:prstGeom>
        </p:spPr>
      </p:pic>
      <p:pic>
        <p:nvPicPr>
          <p:cNvPr id="8" name="Grafik 7" descr="Häkchen mit einfarbiger Füllung">
            <a:extLst>
              <a:ext uri="{FF2B5EF4-FFF2-40B4-BE49-F238E27FC236}">
                <a16:creationId xmlns:a16="http://schemas.microsoft.com/office/drawing/2014/main" id="{75645962-D233-45E7-A36C-0648C5A6C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6392" y="3245786"/>
            <a:ext cx="914400" cy="914400"/>
          </a:xfrm>
          <a:prstGeom prst="rect">
            <a:avLst/>
          </a:prstGeom>
        </p:spPr>
      </p:pic>
      <p:pic>
        <p:nvPicPr>
          <p:cNvPr id="9" name="Grafik 8" descr="Häkchen mit einfarbiger Füllung">
            <a:extLst>
              <a:ext uri="{FF2B5EF4-FFF2-40B4-BE49-F238E27FC236}">
                <a16:creationId xmlns:a16="http://schemas.microsoft.com/office/drawing/2014/main" id="{607F3571-8F2A-4A82-82CE-6320C5A957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7299" y="4038787"/>
            <a:ext cx="914400" cy="914400"/>
          </a:xfrm>
          <a:prstGeom prst="rect">
            <a:avLst/>
          </a:prstGeom>
        </p:spPr>
      </p:pic>
      <p:pic>
        <p:nvPicPr>
          <p:cNvPr id="10" name="Grafik 9" descr="Häkchen mit einfarbiger Füllung">
            <a:extLst>
              <a:ext uri="{FF2B5EF4-FFF2-40B4-BE49-F238E27FC236}">
                <a16:creationId xmlns:a16="http://schemas.microsoft.com/office/drawing/2014/main" id="{54E9A146-98BA-45DB-A3B1-1104BADBA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4314" y="47113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77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25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75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C82DB3A-68B0-4993-AD19-03B6E104B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5243073" cy="4351338"/>
          </a:xfrm>
        </p:spPr>
        <p:txBody>
          <a:bodyPr/>
          <a:lstStyle/>
          <a:p>
            <a:r>
              <a:rPr lang="de-DE" dirty="0"/>
              <a:t>Seasons </a:t>
            </a:r>
          </a:p>
          <a:p>
            <a:pPr lvl="1"/>
            <a:r>
              <a:rPr lang="de-DE" dirty="0"/>
              <a:t>Wöchentliche Season</a:t>
            </a:r>
          </a:p>
          <a:p>
            <a:pPr lvl="2"/>
            <a:r>
              <a:rPr lang="de-DE" dirty="0"/>
              <a:t>Damit wöchentlicher </a:t>
            </a:r>
            <a:r>
              <a:rPr lang="de-DE" dirty="0" err="1"/>
              <a:t>Reset</a:t>
            </a:r>
            <a:r>
              <a:rPr lang="de-DE" dirty="0"/>
              <a:t> des Spiels </a:t>
            </a:r>
          </a:p>
          <a:p>
            <a:pPr lvl="1"/>
            <a:r>
              <a:rPr lang="de-DE" dirty="0"/>
              <a:t>Wechsel des Index </a:t>
            </a:r>
          </a:p>
          <a:p>
            <a:pPr lvl="2"/>
            <a:r>
              <a:rPr lang="de-DE" dirty="0"/>
              <a:t>Begonnen wird mit einem weiteren Index </a:t>
            </a:r>
          </a:p>
          <a:p>
            <a:r>
              <a:rPr lang="de-DE" dirty="0"/>
              <a:t>Orders</a:t>
            </a:r>
          </a:p>
          <a:p>
            <a:pPr lvl="1"/>
            <a:r>
              <a:rPr lang="de-DE" dirty="0"/>
              <a:t>Buy Orders zum ersten Tageskurs </a:t>
            </a:r>
          </a:p>
          <a:p>
            <a:pPr lvl="1"/>
            <a:r>
              <a:rPr lang="de-DE" dirty="0"/>
              <a:t>Sell Orders zum ersten Tageskurs </a:t>
            </a:r>
          </a:p>
          <a:p>
            <a:r>
              <a:rPr lang="de-DE" dirty="0"/>
              <a:t>Planung und Konzeptionierung</a:t>
            </a:r>
          </a:p>
          <a:p>
            <a:pPr lvl="1"/>
            <a:r>
              <a:rPr lang="de-DE" dirty="0"/>
              <a:t>Titel</a:t>
            </a:r>
          </a:p>
          <a:p>
            <a:pPr lvl="1"/>
            <a:r>
              <a:rPr lang="de-DE" dirty="0"/>
              <a:t>Achievements 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21BE03A-87AF-4532-9B1F-1779634A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de-DE" noProof="0" smtClean="0"/>
              <a:pPr rtl="0"/>
              <a:t>3</a:t>
            </a:fld>
            <a:endParaRPr lang="de-DE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2E5BC7B-EC1E-4E93-A2CB-D1566FEF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SEASON 2 </a:t>
            </a:r>
            <a:br>
              <a:rPr lang="de-DE" dirty="0"/>
            </a:br>
            <a:r>
              <a:rPr lang="de-DE" dirty="0"/>
              <a:t>	SPRINT 2</a:t>
            </a:r>
          </a:p>
        </p:txBody>
      </p:sp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36450A90-C241-4DD8-B2C8-FD14B8A655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9301" r="19301"/>
          <a:stretch>
            <a:fillRect/>
          </a:stretch>
        </p:blipFill>
        <p:spPr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95375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5D612B9-68B9-4C9F-98FE-CEE07DB1F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3160" y="2575430"/>
            <a:ext cx="5464075" cy="1707139"/>
          </a:xfrm>
        </p:spPr>
        <p:txBody>
          <a:bodyPr rtlCol="0"/>
          <a:lstStyle/>
          <a:p>
            <a:pPr rtl="0"/>
            <a:r>
              <a:rPr lang="de-DE" dirty="0"/>
              <a:t>Vorstellung der Ergebnisse</a:t>
            </a:r>
          </a:p>
        </p:txBody>
      </p:sp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1A7461D5-44E5-40D7-945B-377577706FA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690" t="518" r="3905" b="-518"/>
          <a:stretch/>
        </p:blipFill>
        <p:spPr>
          <a:xfrm>
            <a:off x="710812" y="728545"/>
            <a:ext cx="5305661" cy="5305661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4288052-E11B-4589-B7CB-7EAFB3FC02EA}"/>
              </a:ext>
            </a:extLst>
          </p:cNvPr>
          <p:cNvSpPr txBox="1"/>
          <p:nvPr/>
        </p:nvSpPr>
        <p:spPr>
          <a:xfrm>
            <a:off x="1607076" y="5126416"/>
            <a:ext cx="3638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https://swift.wsf.wir.ad.th-wildau.de</a:t>
            </a:r>
          </a:p>
        </p:txBody>
      </p:sp>
    </p:spTree>
    <p:extLst>
      <p:ext uri="{BB962C8B-B14F-4D97-AF65-F5344CB8AC3E}">
        <p14:creationId xmlns:p14="http://schemas.microsoft.com/office/powerpoint/2010/main" val="112477953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Design">
  <a:themeElements>
    <a:clrScheme name="Contoso 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Contoso v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395_TF34076243" id="{08700077-069E-4FC7-9803-E0E8FFC68286}" vid="{D3EE604E-3FB4-4B44-A42C-EEFA81C76CBD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0" ma:contentTypeDescription="Create a new document." ma:contentTypeScope="" ma:versionID="e39e7e9e36de66d473ce04bb4ab2dbb8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dc5994665da46609c24125788630d8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C31332-3081-4BD9-AD6F-078B4521F3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19797F-2510-4681-A59B-FCD8F3733FE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FF4E1AF-DB5E-4764-961C-6F82B33E9E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 „Blaue Kreise“</Template>
  <TotalTime>0</TotalTime>
  <Words>94</Words>
  <Application>Microsoft Office PowerPoint</Application>
  <PresentationFormat>Breitbild</PresentationFormat>
  <Paragraphs>30</Paragraphs>
  <Slides>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Corbel</vt:lpstr>
      <vt:lpstr>Office-Design</vt:lpstr>
      <vt:lpstr>Software Wildau Investment and Financial Trading </vt:lpstr>
      <vt:lpstr>SEASON 2   SPRINT 1</vt:lpstr>
      <vt:lpstr>SEASON 2   SPRINT 2</vt:lpstr>
      <vt:lpstr>Vorstellung der Ergebnisse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Präsentati-onstitel</dc:title>
  <dc:creator>Lukas Sontowski</dc:creator>
  <cp:lastModifiedBy>Lukas Sontowski</cp:lastModifiedBy>
  <cp:revision>92</cp:revision>
  <dcterms:created xsi:type="dcterms:W3CDTF">2025-04-07T12:42:05Z</dcterms:created>
  <dcterms:modified xsi:type="dcterms:W3CDTF">2025-10-18T16:32:49Z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