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8" r:id="rId5"/>
    <p:sldId id="279" r:id="rId6"/>
    <p:sldId id="278" r:id="rId7"/>
    <p:sldId id="276" r:id="rId8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1541" autoAdjust="0"/>
  </p:normalViewPr>
  <p:slideViewPr>
    <p:cSldViewPr snapToGrid="0" showGuides="1">
      <p:cViewPr varScale="1">
        <p:scale>
          <a:sx n="111" d="100"/>
          <a:sy n="111" d="100"/>
        </p:scale>
        <p:origin x="126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E87C01A-9758-4250-8ECE-0642C0695A6C}" type="datetime1">
              <a:rPr lang="de-DE" smtClean="0"/>
              <a:t>04.06.2025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8A1656-FDB1-442A-B22F-67D2FDA9ED1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47850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5684A-D8A0-486B-B44A-49251F0233F5}" type="datetime1">
              <a:rPr lang="de-DE" smtClean="0"/>
              <a:pPr/>
              <a:t>04.06.2025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979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822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313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1579014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7745" y="5379832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337688" y="5257453"/>
            <a:ext cx="31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8">
            <a:extLst>
              <a:ext uri="{FF2B5EF4-FFF2-40B4-BE49-F238E27FC236}">
                <a16:creationId xmlns:a16="http://schemas.microsoft.com/office/drawing/2014/main" id="{65B85C08-1DBE-4055-8D6F-73F19C4528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 dirty="0"/>
              <a:t>Hier Platzhaltertext einfügen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2691063" y="3860360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reihandform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2" name="Freihandform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3" name="Bildplatzhalt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s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accent2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01 einfügen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02 einfügen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Bildplatzhalt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9" name="Bildplatzhalt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reihandform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4" name="Freihandform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6502"/>
            <a:ext cx="1073019" cy="243867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reihandform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7" name="Freihandform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8" name="Freihandform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23" name="Ellipse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schö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E-Mail-Adresse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 rtl="0"/>
            <a:r>
              <a:rPr lang="de-DE" noProof="0" dirty="0"/>
              <a:t>Hier Website-URL einfügen</a:t>
            </a:r>
          </a:p>
        </p:txBody>
      </p:sp>
      <p:pic>
        <p:nvPicPr>
          <p:cNvPr id="17" name="Grafik 16" descr="Umschlag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fik 17" descr="Netzwe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17982" y="4623048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613" y="2968096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reihandform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  <p:sp>
            <p:nvSpPr>
              <p:cNvPr id="20" name="Freihandform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</p:grpSp>
      </p:grp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reihandform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5" name="Freihandform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6" name="Freihandform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2" name="Bild 11">
            <a:extLst>
              <a:ext uri="{FF2B5EF4-FFF2-40B4-BE49-F238E27FC236}">
                <a16:creationId xmlns:a16="http://schemas.microsoft.com/office/drawing/2014/main" id="{EC2DFD46-BF74-47BA-A496-92ED1979C3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reihandform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0" name="Freihandform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332150F9-14BF-4DCB-884D-49596914C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1" name="Titel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reihandform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4" name="Freihandform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9" name="Inhaltsplatzhalt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21" name="Bild 20">
            <a:extLst>
              <a:ext uri="{FF2B5EF4-FFF2-40B4-BE49-F238E27FC236}">
                <a16:creationId xmlns:a16="http://schemas.microsoft.com/office/drawing/2014/main" id="{03383C6B-3BE4-4380-AF26-1C21492FC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5" name="Titel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06298D65-1027-4897-A948-DCEEF8FC3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reihandform 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91881DEA-0ECB-4310-ADF5-4337ACB433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5B716E-F937-40F9-B6CA-96B3068BCF36}" type="datetime1">
              <a:rPr lang="de-DE" noProof="0" smtClean="0"/>
              <a:t>04.06.2025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B08B8-3DB3-4637-AE23-B8DB96D9F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7688" y="1439517"/>
            <a:ext cx="5987394" cy="3883715"/>
          </a:xfrm>
        </p:spPr>
        <p:txBody>
          <a:bodyPr rtlCol="0"/>
          <a:lstStyle/>
          <a:p>
            <a:pPr rtl="0"/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</a:t>
            </a:r>
            <a:r>
              <a:rPr lang="de-DE" dirty="0"/>
              <a:t>oftware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</a:t>
            </a:r>
            <a:r>
              <a:rPr lang="de-DE" dirty="0"/>
              <a:t>ildau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r>
              <a:rPr lang="de-DE" dirty="0"/>
              <a:t>nvestment and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</a:t>
            </a:r>
            <a:r>
              <a:rPr lang="de-DE" dirty="0"/>
              <a:t>inancial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</a:t>
            </a:r>
            <a:r>
              <a:rPr lang="de-DE" dirty="0"/>
              <a:t>rading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98AA37-E298-4CD8-9F0F-2123ACFD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7688" y="5418483"/>
            <a:ext cx="5143500" cy="503167"/>
          </a:xfrm>
        </p:spPr>
        <p:txBody>
          <a:bodyPr rtlCol="0"/>
          <a:lstStyle/>
          <a:p>
            <a:pPr rtl="0"/>
            <a:r>
              <a:rPr lang="de-DE" dirty="0"/>
              <a:t>SWIFT </a:t>
            </a:r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CF942580-3492-48E1-B0BD-8D8901333DC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717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82DB3A-68B0-4993-AD19-03B6E104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3503651" cy="435133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Verbesserungen Sprint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Aus Trader ein Spiel machen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DNS Eintrag erhalten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Proxy Probleme im Frontend lösen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SSL Zertifikat einbinden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API-Service um weitere Funktionalitäten erweitern</a:t>
            </a:r>
          </a:p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1BE03A-87AF-4532-9B1F-1779634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2</a:t>
            </a:fld>
            <a:endParaRPr lang="de-DE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E5BC7B-EC1E-4E93-A2CB-D1566FEF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Sprint 3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36450A90-C241-4DD8-B2C8-FD14B8A655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301" r="19301"/>
          <a:stretch>
            <a:fillRect/>
          </a:stretch>
        </p:blipFill>
        <p:spPr>
          <a:ln>
            <a:solidFill>
              <a:schemeClr val="tx1"/>
            </a:solidFill>
          </a:ln>
        </p:spPr>
      </p:pic>
      <p:pic>
        <p:nvPicPr>
          <p:cNvPr id="6" name="Grafik 5" descr="Häkchen mit einfarbiger Füllung">
            <a:extLst>
              <a:ext uri="{FF2B5EF4-FFF2-40B4-BE49-F238E27FC236}">
                <a16:creationId xmlns:a16="http://schemas.microsoft.com/office/drawing/2014/main" id="{EAF345B3-7F47-4C9A-AB98-E002F0626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5538" y="1641144"/>
            <a:ext cx="720231" cy="720231"/>
          </a:xfrm>
          <a:prstGeom prst="rect">
            <a:avLst/>
          </a:prstGeom>
        </p:spPr>
      </p:pic>
      <p:pic>
        <p:nvPicPr>
          <p:cNvPr id="8" name="Grafik 7" descr="Häkchen mit einfarbiger Füllung">
            <a:extLst>
              <a:ext uri="{FF2B5EF4-FFF2-40B4-BE49-F238E27FC236}">
                <a16:creationId xmlns:a16="http://schemas.microsoft.com/office/drawing/2014/main" id="{739BCB40-716E-46A1-A887-EFDE02CAF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4075" y="2254087"/>
            <a:ext cx="720231" cy="720231"/>
          </a:xfrm>
          <a:prstGeom prst="rect">
            <a:avLst/>
          </a:prstGeom>
        </p:spPr>
      </p:pic>
      <p:pic>
        <p:nvPicPr>
          <p:cNvPr id="9" name="Grafik 8" descr="Häkchen mit einfarbiger Füllung">
            <a:extLst>
              <a:ext uri="{FF2B5EF4-FFF2-40B4-BE49-F238E27FC236}">
                <a16:creationId xmlns:a16="http://schemas.microsoft.com/office/drawing/2014/main" id="{AD6AD819-8A97-4193-B174-C2ACA0AE8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9702" y="4978157"/>
            <a:ext cx="720231" cy="720231"/>
          </a:xfrm>
          <a:prstGeom prst="rect">
            <a:avLst/>
          </a:prstGeom>
        </p:spPr>
      </p:pic>
      <p:pic>
        <p:nvPicPr>
          <p:cNvPr id="10" name="Grafik 9" descr="Häkchen mit einfarbiger Füllung">
            <a:extLst>
              <a:ext uri="{FF2B5EF4-FFF2-40B4-BE49-F238E27FC236}">
                <a16:creationId xmlns:a16="http://schemas.microsoft.com/office/drawing/2014/main" id="{581C0447-C646-49B9-BA00-EF35B45FD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2611" y="2825052"/>
            <a:ext cx="720231" cy="720231"/>
          </a:xfrm>
          <a:prstGeom prst="rect">
            <a:avLst/>
          </a:prstGeom>
        </p:spPr>
      </p:pic>
      <p:pic>
        <p:nvPicPr>
          <p:cNvPr id="12" name="Grafik 11" descr="Häkchen mit einfarbiger Füllung">
            <a:extLst>
              <a:ext uri="{FF2B5EF4-FFF2-40B4-BE49-F238E27FC236}">
                <a16:creationId xmlns:a16="http://schemas.microsoft.com/office/drawing/2014/main" id="{DCBBBBFA-2581-4EB0-A9CB-AA1F20B4C1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2610" y="3449800"/>
            <a:ext cx="720231" cy="720231"/>
          </a:xfrm>
          <a:prstGeom prst="rect">
            <a:avLst/>
          </a:prstGeom>
        </p:spPr>
      </p:pic>
      <p:pic>
        <p:nvPicPr>
          <p:cNvPr id="13" name="Grafik 12" descr="Häkchen mit einfarbiger Füllung">
            <a:extLst>
              <a:ext uri="{FF2B5EF4-FFF2-40B4-BE49-F238E27FC236}">
                <a16:creationId xmlns:a16="http://schemas.microsoft.com/office/drawing/2014/main" id="{03BDABB8-6324-4F6F-A4DB-A0F2E96CF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9701" y="4116248"/>
            <a:ext cx="720231" cy="72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3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82DB3A-68B0-4993-AD19-03B6E104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5243073" cy="4351338"/>
          </a:xfrm>
        </p:spPr>
        <p:txBody>
          <a:bodyPr/>
          <a:lstStyle/>
          <a:p>
            <a:r>
              <a:rPr lang="de-DE" dirty="0"/>
              <a:t>Testen, Testen, Testen</a:t>
            </a:r>
          </a:p>
          <a:p>
            <a:pPr lvl="1"/>
            <a:r>
              <a:rPr lang="de-DE" dirty="0"/>
              <a:t>Jede Funktion/Route an ihr Limit treiben</a:t>
            </a:r>
          </a:p>
          <a:p>
            <a:pPr lvl="1"/>
            <a:r>
              <a:rPr lang="de-DE" dirty="0"/>
              <a:t>Sonderfälle und Randbedingungen testen</a:t>
            </a:r>
          </a:p>
          <a:p>
            <a:pPr lvl="1"/>
            <a:r>
              <a:rPr lang="de-DE" dirty="0"/>
              <a:t>Mögliche Designanpassungen tätigen</a:t>
            </a:r>
          </a:p>
          <a:p>
            <a:r>
              <a:rPr lang="de-DE" dirty="0"/>
              <a:t>Doku, Doku, Doku</a:t>
            </a:r>
          </a:p>
          <a:p>
            <a:pPr lvl="1"/>
            <a:r>
              <a:rPr lang="de-DE" dirty="0"/>
              <a:t>Kommentare im Quellcode hinzufügen</a:t>
            </a:r>
          </a:p>
          <a:p>
            <a:pPr lvl="1"/>
            <a:r>
              <a:rPr lang="de-DE" dirty="0"/>
              <a:t>Kommentare im Quellcode überarbeiten</a:t>
            </a:r>
          </a:p>
          <a:p>
            <a:pPr lvl="1"/>
            <a:r>
              <a:rPr lang="de-DE" dirty="0"/>
              <a:t>Quellcode aufräumen</a:t>
            </a:r>
          </a:p>
          <a:p>
            <a:pPr lvl="1"/>
            <a:r>
              <a:rPr lang="de-DE" dirty="0"/>
              <a:t>Dokumentation vorantreiben </a:t>
            </a:r>
          </a:p>
          <a:p>
            <a:r>
              <a:rPr lang="de-DE" dirty="0"/>
              <a:t>Planung, Planung, Planung </a:t>
            </a:r>
          </a:p>
          <a:p>
            <a:pPr lvl="1"/>
            <a:r>
              <a:rPr lang="de-DE" dirty="0"/>
              <a:t>Finale Präsentation angehen</a:t>
            </a:r>
          </a:p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1BE03A-87AF-4532-9B1F-1779634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3</a:t>
            </a:fld>
            <a:endParaRPr lang="de-DE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E5BC7B-EC1E-4E93-A2CB-D1566FEF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Beta Testphase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36450A90-C241-4DD8-B2C8-FD14B8A655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301" r="19301"/>
          <a:stretch>
            <a:fillRect/>
          </a:stretch>
        </p:blipFill>
        <p:spPr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8870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5D612B9-68B9-4C9F-98FE-CEE07DB1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3160" y="2575430"/>
            <a:ext cx="5464075" cy="1707139"/>
          </a:xfrm>
        </p:spPr>
        <p:txBody>
          <a:bodyPr rtlCol="0"/>
          <a:lstStyle/>
          <a:p>
            <a:pPr rtl="0"/>
            <a:r>
              <a:rPr lang="de-DE" dirty="0"/>
              <a:t>Vorstellung der Ergebnisse</a:t>
            </a:r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1A7461D5-44E5-40D7-945B-377577706FA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690" t="518" r="3905" b="-518"/>
          <a:stretch/>
        </p:blipFill>
        <p:spPr>
          <a:xfrm>
            <a:off x="710812" y="728545"/>
            <a:ext cx="5305661" cy="5305661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4288052-E11B-4589-B7CB-7EAFB3FC02EA}"/>
              </a:ext>
            </a:extLst>
          </p:cNvPr>
          <p:cNvSpPr txBox="1"/>
          <p:nvPr/>
        </p:nvSpPr>
        <p:spPr>
          <a:xfrm>
            <a:off x="1607076" y="5126416"/>
            <a:ext cx="3638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https://swift.wsf.wir.ad.th-wildau.de</a:t>
            </a:r>
          </a:p>
        </p:txBody>
      </p:sp>
    </p:spTree>
    <p:extLst>
      <p:ext uri="{BB962C8B-B14F-4D97-AF65-F5344CB8AC3E}">
        <p14:creationId xmlns:p14="http://schemas.microsoft.com/office/powerpoint/2010/main" val="112477953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Design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95_TF34076243" id="{08700077-069E-4FC7-9803-E0E8FFC68286}" vid="{D3EE604E-3FB4-4B44-A42C-EEFA81C76CB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19797F-2510-4681-A59B-FCD8F3733FE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4C31332-3081-4BD9-AD6F-078B4521F3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F4E1AF-DB5E-4764-961C-6F82B33E9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 „Blaue Kreise“</Template>
  <TotalTime>0</TotalTime>
  <Words>100</Words>
  <Application>Microsoft Office PowerPoint</Application>
  <PresentationFormat>Breitbild</PresentationFormat>
  <Paragraphs>27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Corbel</vt:lpstr>
      <vt:lpstr>Office-Design</vt:lpstr>
      <vt:lpstr>Software Wildau Investment and Financial Trading </vt:lpstr>
      <vt:lpstr>Sprint 3</vt:lpstr>
      <vt:lpstr>Beta Testphase</vt:lpstr>
      <vt:lpstr>Vorstellung der Ergebnisse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Präsentati-onstitel</dc:title>
  <dc:creator>Lukas Sontowski</dc:creator>
  <cp:lastModifiedBy>Lukas Sontowski</cp:lastModifiedBy>
  <cp:revision>72</cp:revision>
  <dcterms:created xsi:type="dcterms:W3CDTF">2025-04-07T12:42:05Z</dcterms:created>
  <dcterms:modified xsi:type="dcterms:W3CDTF">2025-06-04T14:12:46Z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