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7"/>
  </p:notesMasterIdLst>
  <p:sldIdLst>
    <p:sldId id="260" r:id="rId3"/>
    <p:sldId id="257" r:id="rId4"/>
    <p:sldId id="258" r:id="rId5"/>
    <p:sldId id="259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003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1E5C5-2405-40A3-9339-3E751DFD84CF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54A09-24C2-4C6A-A3CB-DEE88BA660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71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36304E-FDE3-4B4F-A3B7-EBE87F3FA5E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55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7005320" cy="6858000"/>
          </a:xfrm>
          <a:custGeom>
            <a:avLst/>
            <a:gdLst/>
            <a:ahLst/>
            <a:cxnLst/>
            <a:rect l="l" t="t" r="r" b="b"/>
            <a:pathLst>
              <a:path w="7005320" h="6858000">
                <a:moveTo>
                  <a:pt x="1050912" y="0"/>
                </a:moveTo>
                <a:lnTo>
                  <a:pt x="0" y="0"/>
                </a:lnTo>
                <a:lnTo>
                  <a:pt x="0" y="1047686"/>
                </a:lnTo>
                <a:lnTo>
                  <a:pt x="1524" y="1045502"/>
                </a:lnTo>
                <a:lnTo>
                  <a:pt x="29552" y="1006335"/>
                </a:lnTo>
                <a:lnTo>
                  <a:pt x="58102" y="967409"/>
                </a:lnTo>
                <a:lnTo>
                  <a:pt x="87185" y="928738"/>
                </a:lnTo>
                <a:lnTo>
                  <a:pt x="116789" y="890333"/>
                </a:lnTo>
                <a:lnTo>
                  <a:pt x="146913" y="852170"/>
                </a:lnTo>
                <a:lnTo>
                  <a:pt x="177215" y="814400"/>
                </a:lnTo>
                <a:lnTo>
                  <a:pt x="207835" y="777062"/>
                </a:lnTo>
                <a:lnTo>
                  <a:pt x="238772" y="740156"/>
                </a:lnTo>
                <a:lnTo>
                  <a:pt x="270027" y="703707"/>
                </a:lnTo>
                <a:lnTo>
                  <a:pt x="301599" y="667689"/>
                </a:lnTo>
                <a:lnTo>
                  <a:pt x="333476" y="632117"/>
                </a:lnTo>
                <a:lnTo>
                  <a:pt x="365671" y="596988"/>
                </a:lnTo>
                <a:lnTo>
                  <a:pt x="398157" y="562305"/>
                </a:lnTo>
                <a:lnTo>
                  <a:pt x="430949" y="528053"/>
                </a:lnTo>
                <a:lnTo>
                  <a:pt x="464032" y="494258"/>
                </a:lnTo>
                <a:lnTo>
                  <a:pt x="497408" y="460895"/>
                </a:lnTo>
                <a:lnTo>
                  <a:pt x="531075" y="427990"/>
                </a:lnTo>
                <a:lnTo>
                  <a:pt x="565023" y="395516"/>
                </a:lnTo>
                <a:lnTo>
                  <a:pt x="599249" y="363499"/>
                </a:lnTo>
                <a:lnTo>
                  <a:pt x="633768" y="331914"/>
                </a:lnTo>
                <a:lnTo>
                  <a:pt x="668553" y="300786"/>
                </a:lnTo>
                <a:lnTo>
                  <a:pt x="703605" y="270103"/>
                </a:lnTo>
                <a:lnTo>
                  <a:pt x="738924" y="239864"/>
                </a:lnTo>
                <a:lnTo>
                  <a:pt x="774509" y="210083"/>
                </a:lnTo>
                <a:lnTo>
                  <a:pt x="810361" y="180733"/>
                </a:lnTo>
                <a:lnTo>
                  <a:pt x="846455" y="151841"/>
                </a:lnTo>
                <a:lnTo>
                  <a:pt x="882815" y="123393"/>
                </a:lnTo>
                <a:lnTo>
                  <a:pt x="919416" y="95402"/>
                </a:lnTo>
                <a:lnTo>
                  <a:pt x="956271" y="67843"/>
                </a:lnTo>
                <a:lnTo>
                  <a:pt x="993368" y="40754"/>
                </a:lnTo>
                <a:lnTo>
                  <a:pt x="1030693" y="14097"/>
                </a:lnTo>
                <a:lnTo>
                  <a:pt x="1050912" y="0"/>
                </a:lnTo>
                <a:close/>
              </a:path>
              <a:path w="7005320" h="6858000">
                <a:moveTo>
                  <a:pt x="1196555" y="6858000"/>
                </a:moveTo>
                <a:lnTo>
                  <a:pt x="1140066" y="6821322"/>
                </a:lnTo>
                <a:lnTo>
                  <a:pt x="1100924" y="6795097"/>
                </a:lnTo>
                <a:lnTo>
                  <a:pt x="1062024" y="6768414"/>
                </a:lnTo>
                <a:lnTo>
                  <a:pt x="1023366" y="6741249"/>
                </a:lnTo>
                <a:lnTo>
                  <a:pt x="984948" y="6713626"/>
                </a:lnTo>
                <a:lnTo>
                  <a:pt x="946772" y="6685521"/>
                </a:lnTo>
                <a:lnTo>
                  <a:pt x="908837" y="6656959"/>
                </a:lnTo>
                <a:lnTo>
                  <a:pt x="871169" y="6627927"/>
                </a:lnTo>
                <a:lnTo>
                  <a:pt x="833742" y="6598412"/>
                </a:lnTo>
                <a:lnTo>
                  <a:pt x="796594" y="6568440"/>
                </a:lnTo>
                <a:lnTo>
                  <a:pt x="759701" y="6537998"/>
                </a:lnTo>
                <a:lnTo>
                  <a:pt x="723074" y="6507099"/>
                </a:lnTo>
                <a:lnTo>
                  <a:pt x="686727" y="6475717"/>
                </a:lnTo>
                <a:lnTo>
                  <a:pt x="650659" y="6443878"/>
                </a:lnTo>
                <a:lnTo>
                  <a:pt x="614870" y="6411569"/>
                </a:lnTo>
                <a:lnTo>
                  <a:pt x="579361" y="6378791"/>
                </a:lnTo>
                <a:lnTo>
                  <a:pt x="544144" y="6345555"/>
                </a:lnTo>
                <a:lnTo>
                  <a:pt x="509219" y="6311849"/>
                </a:lnTo>
                <a:lnTo>
                  <a:pt x="474599" y="6277686"/>
                </a:lnTo>
                <a:lnTo>
                  <a:pt x="440270" y="6243053"/>
                </a:lnTo>
                <a:lnTo>
                  <a:pt x="406260" y="6207950"/>
                </a:lnTo>
                <a:lnTo>
                  <a:pt x="372783" y="6173025"/>
                </a:lnTo>
                <a:lnTo>
                  <a:pt x="339788" y="6137770"/>
                </a:lnTo>
                <a:lnTo>
                  <a:pt x="307289" y="6102223"/>
                </a:lnTo>
                <a:lnTo>
                  <a:pt x="275285" y="6066358"/>
                </a:lnTo>
                <a:lnTo>
                  <a:pt x="243776" y="6030201"/>
                </a:lnTo>
                <a:lnTo>
                  <a:pt x="212750" y="5993752"/>
                </a:lnTo>
                <a:lnTo>
                  <a:pt x="182219" y="5957024"/>
                </a:lnTo>
                <a:lnTo>
                  <a:pt x="152184" y="5919990"/>
                </a:lnTo>
                <a:lnTo>
                  <a:pt x="122643" y="5882691"/>
                </a:lnTo>
                <a:lnTo>
                  <a:pt x="93586" y="5845111"/>
                </a:lnTo>
                <a:lnTo>
                  <a:pt x="65024" y="5807265"/>
                </a:lnTo>
                <a:lnTo>
                  <a:pt x="36957" y="5769153"/>
                </a:lnTo>
                <a:lnTo>
                  <a:pt x="9385" y="5730786"/>
                </a:lnTo>
                <a:lnTo>
                  <a:pt x="0" y="5717387"/>
                </a:lnTo>
                <a:lnTo>
                  <a:pt x="0" y="6858000"/>
                </a:lnTo>
                <a:lnTo>
                  <a:pt x="1196555" y="6858000"/>
                </a:lnTo>
                <a:close/>
              </a:path>
              <a:path w="7005320" h="6858000">
                <a:moveTo>
                  <a:pt x="3526129" y="6654800"/>
                </a:moveTo>
                <a:lnTo>
                  <a:pt x="3524821" y="6604000"/>
                </a:lnTo>
                <a:lnTo>
                  <a:pt x="3521062" y="6565900"/>
                </a:lnTo>
                <a:lnTo>
                  <a:pt x="3514674" y="6515100"/>
                </a:lnTo>
                <a:lnTo>
                  <a:pt x="3505517" y="6477000"/>
                </a:lnTo>
                <a:lnTo>
                  <a:pt x="3493401" y="6438900"/>
                </a:lnTo>
                <a:lnTo>
                  <a:pt x="3478187" y="6413500"/>
                </a:lnTo>
                <a:lnTo>
                  <a:pt x="3459696" y="6375400"/>
                </a:lnTo>
                <a:lnTo>
                  <a:pt x="3437763" y="6350000"/>
                </a:lnTo>
                <a:lnTo>
                  <a:pt x="3412236" y="6311900"/>
                </a:lnTo>
                <a:lnTo>
                  <a:pt x="3382937" y="6286500"/>
                </a:lnTo>
                <a:lnTo>
                  <a:pt x="3349701" y="6261100"/>
                </a:lnTo>
                <a:lnTo>
                  <a:pt x="3312376" y="6235700"/>
                </a:lnTo>
                <a:lnTo>
                  <a:pt x="3270783" y="6223000"/>
                </a:lnTo>
                <a:lnTo>
                  <a:pt x="3224771" y="6197600"/>
                </a:lnTo>
                <a:lnTo>
                  <a:pt x="3174161" y="6184900"/>
                </a:lnTo>
                <a:lnTo>
                  <a:pt x="3118815" y="6172200"/>
                </a:lnTo>
                <a:lnTo>
                  <a:pt x="3058541" y="6159500"/>
                </a:lnTo>
                <a:lnTo>
                  <a:pt x="2660726" y="6057900"/>
                </a:lnTo>
                <a:lnTo>
                  <a:pt x="2565539" y="6032500"/>
                </a:lnTo>
                <a:lnTo>
                  <a:pt x="2518613" y="6007100"/>
                </a:lnTo>
                <a:lnTo>
                  <a:pt x="2472131" y="5994400"/>
                </a:lnTo>
                <a:lnTo>
                  <a:pt x="2426119" y="5969000"/>
                </a:lnTo>
                <a:lnTo>
                  <a:pt x="2380551" y="5956300"/>
                </a:lnTo>
                <a:lnTo>
                  <a:pt x="2335466" y="5930900"/>
                </a:lnTo>
                <a:lnTo>
                  <a:pt x="2290838" y="5918200"/>
                </a:lnTo>
                <a:lnTo>
                  <a:pt x="2246693" y="5892800"/>
                </a:lnTo>
                <a:lnTo>
                  <a:pt x="2203031" y="5880100"/>
                </a:lnTo>
                <a:lnTo>
                  <a:pt x="2117153" y="5829300"/>
                </a:lnTo>
                <a:lnTo>
                  <a:pt x="2033257" y="5778500"/>
                </a:lnTo>
                <a:lnTo>
                  <a:pt x="1992058" y="5765800"/>
                </a:lnTo>
                <a:lnTo>
                  <a:pt x="1911210" y="5715000"/>
                </a:lnTo>
                <a:lnTo>
                  <a:pt x="1832432" y="5664200"/>
                </a:lnTo>
                <a:lnTo>
                  <a:pt x="1793836" y="5626100"/>
                </a:lnTo>
                <a:lnTo>
                  <a:pt x="1718246" y="5575300"/>
                </a:lnTo>
                <a:lnTo>
                  <a:pt x="1681264" y="5549900"/>
                </a:lnTo>
                <a:lnTo>
                  <a:pt x="1644827" y="5524500"/>
                </a:lnTo>
                <a:lnTo>
                  <a:pt x="1608950" y="5486400"/>
                </a:lnTo>
                <a:lnTo>
                  <a:pt x="1573618" y="5461000"/>
                </a:lnTo>
                <a:lnTo>
                  <a:pt x="1538859" y="5435600"/>
                </a:lnTo>
                <a:lnTo>
                  <a:pt x="1504670" y="5397500"/>
                </a:lnTo>
                <a:lnTo>
                  <a:pt x="1471053" y="5372100"/>
                </a:lnTo>
                <a:lnTo>
                  <a:pt x="1438008" y="5334000"/>
                </a:lnTo>
                <a:lnTo>
                  <a:pt x="1405547" y="5308600"/>
                </a:lnTo>
                <a:lnTo>
                  <a:pt x="1373682" y="5270500"/>
                </a:lnTo>
                <a:lnTo>
                  <a:pt x="1342402" y="5232400"/>
                </a:lnTo>
                <a:lnTo>
                  <a:pt x="1311719" y="5207000"/>
                </a:lnTo>
                <a:lnTo>
                  <a:pt x="1281633" y="5168900"/>
                </a:lnTo>
                <a:lnTo>
                  <a:pt x="1252156" y="5130800"/>
                </a:lnTo>
                <a:lnTo>
                  <a:pt x="1223302" y="5092700"/>
                </a:lnTo>
                <a:lnTo>
                  <a:pt x="1195057" y="5067300"/>
                </a:lnTo>
                <a:lnTo>
                  <a:pt x="1167422" y="5029200"/>
                </a:lnTo>
                <a:lnTo>
                  <a:pt x="1140434" y="4991100"/>
                </a:lnTo>
                <a:lnTo>
                  <a:pt x="1114056" y="4953000"/>
                </a:lnTo>
                <a:lnTo>
                  <a:pt x="1088326" y="4914900"/>
                </a:lnTo>
                <a:lnTo>
                  <a:pt x="1063244" y="4876800"/>
                </a:lnTo>
                <a:lnTo>
                  <a:pt x="1038796" y="4838700"/>
                </a:lnTo>
                <a:lnTo>
                  <a:pt x="1014996" y="4800600"/>
                </a:lnTo>
                <a:lnTo>
                  <a:pt x="991857" y="4762500"/>
                </a:lnTo>
                <a:lnTo>
                  <a:pt x="969391" y="4724400"/>
                </a:lnTo>
                <a:lnTo>
                  <a:pt x="947572" y="4686300"/>
                </a:lnTo>
                <a:lnTo>
                  <a:pt x="926426" y="4648200"/>
                </a:lnTo>
                <a:lnTo>
                  <a:pt x="905954" y="4610100"/>
                </a:lnTo>
                <a:lnTo>
                  <a:pt x="886167" y="4572000"/>
                </a:lnTo>
                <a:lnTo>
                  <a:pt x="867067" y="4521200"/>
                </a:lnTo>
                <a:lnTo>
                  <a:pt x="848652" y="4483100"/>
                </a:lnTo>
                <a:lnTo>
                  <a:pt x="830935" y="4445000"/>
                </a:lnTo>
                <a:lnTo>
                  <a:pt x="813917" y="4394200"/>
                </a:lnTo>
                <a:lnTo>
                  <a:pt x="797598" y="4356100"/>
                </a:lnTo>
                <a:lnTo>
                  <a:pt x="781989" y="4318000"/>
                </a:lnTo>
                <a:lnTo>
                  <a:pt x="767092" y="4267200"/>
                </a:lnTo>
                <a:lnTo>
                  <a:pt x="752919" y="4229100"/>
                </a:lnTo>
                <a:lnTo>
                  <a:pt x="739470" y="4191000"/>
                </a:lnTo>
                <a:lnTo>
                  <a:pt x="726744" y="4140200"/>
                </a:lnTo>
                <a:lnTo>
                  <a:pt x="714756" y="4102100"/>
                </a:lnTo>
                <a:lnTo>
                  <a:pt x="703503" y="4051300"/>
                </a:lnTo>
                <a:lnTo>
                  <a:pt x="693000" y="4013200"/>
                </a:lnTo>
                <a:lnTo>
                  <a:pt x="683234" y="3962400"/>
                </a:lnTo>
                <a:lnTo>
                  <a:pt x="674230" y="3924300"/>
                </a:lnTo>
                <a:lnTo>
                  <a:pt x="665988" y="3873500"/>
                </a:lnTo>
                <a:lnTo>
                  <a:pt x="658495" y="3835400"/>
                </a:lnTo>
                <a:lnTo>
                  <a:pt x="651776" y="3784600"/>
                </a:lnTo>
                <a:lnTo>
                  <a:pt x="645833" y="3733800"/>
                </a:lnTo>
                <a:lnTo>
                  <a:pt x="640664" y="3695700"/>
                </a:lnTo>
                <a:lnTo>
                  <a:pt x="636270" y="3644900"/>
                </a:lnTo>
                <a:lnTo>
                  <a:pt x="632663" y="3594100"/>
                </a:lnTo>
                <a:lnTo>
                  <a:pt x="629856" y="3556000"/>
                </a:lnTo>
                <a:lnTo>
                  <a:pt x="627849" y="3505200"/>
                </a:lnTo>
                <a:lnTo>
                  <a:pt x="626630" y="3454400"/>
                </a:lnTo>
                <a:lnTo>
                  <a:pt x="626237" y="3416300"/>
                </a:lnTo>
                <a:lnTo>
                  <a:pt x="625932" y="3365500"/>
                </a:lnTo>
                <a:lnTo>
                  <a:pt x="626440" y="3314700"/>
                </a:lnTo>
                <a:lnTo>
                  <a:pt x="627748" y="3263900"/>
                </a:lnTo>
                <a:lnTo>
                  <a:pt x="629856" y="3225800"/>
                </a:lnTo>
                <a:lnTo>
                  <a:pt x="632752" y="3175000"/>
                </a:lnTo>
                <a:lnTo>
                  <a:pt x="636435" y="3124200"/>
                </a:lnTo>
                <a:lnTo>
                  <a:pt x="640905" y="3086100"/>
                </a:lnTo>
                <a:lnTo>
                  <a:pt x="646150" y="3035300"/>
                </a:lnTo>
                <a:lnTo>
                  <a:pt x="652157" y="2997200"/>
                </a:lnTo>
                <a:lnTo>
                  <a:pt x="658939" y="2946400"/>
                </a:lnTo>
                <a:lnTo>
                  <a:pt x="666496" y="2895600"/>
                </a:lnTo>
                <a:lnTo>
                  <a:pt x="674789" y="2857500"/>
                </a:lnTo>
                <a:lnTo>
                  <a:pt x="683844" y="2806700"/>
                </a:lnTo>
                <a:lnTo>
                  <a:pt x="693648" y="2768600"/>
                </a:lnTo>
                <a:lnTo>
                  <a:pt x="704202" y="2717800"/>
                </a:lnTo>
                <a:lnTo>
                  <a:pt x="715492" y="2679700"/>
                </a:lnTo>
                <a:lnTo>
                  <a:pt x="727506" y="2628900"/>
                </a:lnTo>
                <a:lnTo>
                  <a:pt x="740257" y="2590800"/>
                </a:lnTo>
                <a:lnTo>
                  <a:pt x="753719" y="2552700"/>
                </a:lnTo>
                <a:lnTo>
                  <a:pt x="767918" y="2501900"/>
                </a:lnTo>
                <a:lnTo>
                  <a:pt x="782815" y="2463800"/>
                </a:lnTo>
                <a:lnTo>
                  <a:pt x="798436" y="2413000"/>
                </a:lnTo>
                <a:lnTo>
                  <a:pt x="814743" y="2374900"/>
                </a:lnTo>
                <a:lnTo>
                  <a:pt x="831761" y="2336800"/>
                </a:lnTo>
                <a:lnTo>
                  <a:pt x="849477" y="2298700"/>
                </a:lnTo>
                <a:lnTo>
                  <a:pt x="867879" y="2247900"/>
                </a:lnTo>
                <a:lnTo>
                  <a:pt x="886955" y="2209800"/>
                </a:lnTo>
                <a:lnTo>
                  <a:pt x="906729" y="2171700"/>
                </a:lnTo>
                <a:lnTo>
                  <a:pt x="927163" y="2133600"/>
                </a:lnTo>
                <a:lnTo>
                  <a:pt x="948270" y="2095500"/>
                </a:lnTo>
                <a:lnTo>
                  <a:pt x="970051" y="2057400"/>
                </a:lnTo>
                <a:lnTo>
                  <a:pt x="992479" y="2006600"/>
                </a:lnTo>
                <a:lnTo>
                  <a:pt x="1015568" y="1968500"/>
                </a:lnTo>
                <a:lnTo>
                  <a:pt x="1039317" y="1930400"/>
                </a:lnTo>
                <a:lnTo>
                  <a:pt x="1063701" y="1892300"/>
                </a:lnTo>
                <a:lnTo>
                  <a:pt x="1088732" y="1854200"/>
                </a:lnTo>
                <a:lnTo>
                  <a:pt x="1114386" y="1828800"/>
                </a:lnTo>
                <a:lnTo>
                  <a:pt x="1140688" y="1790700"/>
                </a:lnTo>
                <a:lnTo>
                  <a:pt x="1167612" y="1752600"/>
                </a:lnTo>
                <a:lnTo>
                  <a:pt x="1195146" y="1714500"/>
                </a:lnTo>
                <a:lnTo>
                  <a:pt x="1223302" y="1676400"/>
                </a:lnTo>
                <a:lnTo>
                  <a:pt x="1252080" y="1638300"/>
                </a:lnTo>
                <a:lnTo>
                  <a:pt x="1281455" y="1612900"/>
                </a:lnTo>
                <a:lnTo>
                  <a:pt x="1311440" y="1574800"/>
                </a:lnTo>
                <a:lnTo>
                  <a:pt x="1342009" y="1536700"/>
                </a:lnTo>
                <a:lnTo>
                  <a:pt x="1373174" y="1511300"/>
                </a:lnTo>
                <a:lnTo>
                  <a:pt x="1404937" y="1473200"/>
                </a:lnTo>
                <a:lnTo>
                  <a:pt x="1437271" y="1447800"/>
                </a:lnTo>
                <a:lnTo>
                  <a:pt x="1470190" y="1409700"/>
                </a:lnTo>
                <a:lnTo>
                  <a:pt x="1503680" y="1384300"/>
                </a:lnTo>
                <a:lnTo>
                  <a:pt x="1537728" y="1346200"/>
                </a:lnTo>
                <a:lnTo>
                  <a:pt x="1572348" y="1320800"/>
                </a:lnTo>
                <a:lnTo>
                  <a:pt x="1607527" y="1295400"/>
                </a:lnTo>
                <a:lnTo>
                  <a:pt x="1643253" y="1257300"/>
                </a:lnTo>
                <a:lnTo>
                  <a:pt x="1679536" y="1231900"/>
                </a:lnTo>
                <a:lnTo>
                  <a:pt x="1753717" y="1181100"/>
                </a:lnTo>
                <a:lnTo>
                  <a:pt x="1791614" y="1143000"/>
                </a:lnTo>
                <a:lnTo>
                  <a:pt x="1868982" y="1092200"/>
                </a:lnTo>
                <a:lnTo>
                  <a:pt x="1948434" y="1041400"/>
                </a:lnTo>
                <a:lnTo>
                  <a:pt x="1988921" y="1016000"/>
                </a:lnTo>
                <a:lnTo>
                  <a:pt x="2029917" y="1003300"/>
                </a:lnTo>
                <a:lnTo>
                  <a:pt x="2113394" y="952500"/>
                </a:lnTo>
                <a:lnTo>
                  <a:pt x="2155875" y="927100"/>
                </a:lnTo>
                <a:lnTo>
                  <a:pt x="2198840" y="914400"/>
                </a:lnTo>
                <a:lnTo>
                  <a:pt x="2286203" y="863600"/>
                </a:lnTo>
                <a:lnTo>
                  <a:pt x="2330589" y="850900"/>
                </a:lnTo>
                <a:lnTo>
                  <a:pt x="2375446" y="825500"/>
                </a:lnTo>
                <a:lnTo>
                  <a:pt x="2466530" y="800100"/>
                </a:lnTo>
                <a:lnTo>
                  <a:pt x="2512758" y="774700"/>
                </a:lnTo>
                <a:lnTo>
                  <a:pt x="2654084" y="736600"/>
                </a:lnTo>
                <a:lnTo>
                  <a:pt x="2702064" y="711200"/>
                </a:lnTo>
                <a:lnTo>
                  <a:pt x="2898190" y="660400"/>
                </a:lnTo>
                <a:lnTo>
                  <a:pt x="2948254" y="660400"/>
                </a:lnTo>
                <a:lnTo>
                  <a:pt x="2998724" y="647700"/>
                </a:lnTo>
                <a:lnTo>
                  <a:pt x="3061919" y="635000"/>
                </a:lnTo>
                <a:lnTo>
                  <a:pt x="3120606" y="622300"/>
                </a:lnTo>
                <a:lnTo>
                  <a:pt x="3174860" y="609600"/>
                </a:lnTo>
                <a:lnTo>
                  <a:pt x="3224784" y="584200"/>
                </a:lnTo>
                <a:lnTo>
                  <a:pt x="3270453" y="571500"/>
                </a:lnTo>
                <a:lnTo>
                  <a:pt x="3311969" y="546100"/>
                </a:lnTo>
                <a:lnTo>
                  <a:pt x="3349409" y="520700"/>
                </a:lnTo>
                <a:lnTo>
                  <a:pt x="3382873" y="495300"/>
                </a:lnTo>
                <a:lnTo>
                  <a:pt x="3412452" y="469900"/>
                </a:lnTo>
                <a:lnTo>
                  <a:pt x="3460305" y="406400"/>
                </a:lnTo>
                <a:lnTo>
                  <a:pt x="3478758" y="381000"/>
                </a:lnTo>
                <a:lnTo>
                  <a:pt x="3493693" y="342900"/>
                </a:lnTo>
                <a:lnTo>
                  <a:pt x="3505200" y="304800"/>
                </a:lnTo>
                <a:lnTo>
                  <a:pt x="3513340" y="266700"/>
                </a:lnTo>
                <a:lnTo>
                  <a:pt x="3518243" y="215900"/>
                </a:lnTo>
                <a:lnTo>
                  <a:pt x="3519970" y="177800"/>
                </a:lnTo>
                <a:lnTo>
                  <a:pt x="3518636" y="127000"/>
                </a:lnTo>
                <a:lnTo>
                  <a:pt x="3514306" y="88900"/>
                </a:lnTo>
                <a:lnTo>
                  <a:pt x="3507092" y="38100"/>
                </a:lnTo>
                <a:lnTo>
                  <a:pt x="3501440" y="0"/>
                </a:lnTo>
                <a:lnTo>
                  <a:pt x="1860702" y="0"/>
                </a:lnTo>
                <a:lnTo>
                  <a:pt x="1821967" y="25400"/>
                </a:lnTo>
                <a:lnTo>
                  <a:pt x="1778939" y="50800"/>
                </a:lnTo>
                <a:lnTo>
                  <a:pt x="1736255" y="63500"/>
                </a:lnTo>
                <a:lnTo>
                  <a:pt x="1651914" y="114300"/>
                </a:lnTo>
                <a:lnTo>
                  <a:pt x="1610271" y="127000"/>
                </a:lnTo>
                <a:lnTo>
                  <a:pt x="1487487" y="203200"/>
                </a:lnTo>
                <a:lnTo>
                  <a:pt x="1367955" y="279400"/>
                </a:lnTo>
                <a:lnTo>
                  <a:pt x="1251775" y="355600"/>
                </a:lnTo>
                <a:lnTo>
                  <a:pt x="1176223" y="406400"/>
                </a:lnTo>
                <a:lnTo>
                  <a:pt x="1102220" y="457200"/>
                </a:lnTo>
                <a:lnTo>
                  <a:pt x="1065809" y="495300"/>
                </a:lnTo>
                <a:lnTo>
                  <a:pt x="1029792" y="520700"/>
                </a:lnTo>
                <a:lnTo>
                  <a:pt x="958951" y="571500"/>
                </a:lnTo>
                <a:lnTo>
                  <a:pt x="924140" y="609600"/>
                </a:lnTo>
                <a:lnTo>
                  <a:pt x="889723" y="635000"/>
                </a:lnTo>
                <a:lnTo>
                  <a:pt x="855738" y="673100"/>
                </a:lnTo>
                <a:lnTo>
                  <a:pt x="822147" y="698500"/>
                </a:lnTo>
                <a:lnTo>
                  <a:pt x="788987" y="736600"/>
                </a:lnTo>
                <a:lnTo>
                  <a:pt x="756234" y="762000"/>
                </a:lnTo>
                <a:lnTo>
                  <a:pt x="723912" y="800100"/>
                </a:lnTo>
                <a:lnTo>
                  <a:pt x="692023" y="825500"/>
                </a:lnTo>
                <a:lnTo>
                  <a:pt x="660552" y="863600"/>
                </a:lnTo>
                <a:lnTo>
                  <a:pt x="629513" y="901700"/>
                </a:lnTo>
                <a:lnTo>
                  <a:pt x="598906" y="927100"/>
                </a:lnTo>
                <a:lnTo>
                  <a:pt x="568744" y="965200"/>
                </a:lnTo>
                <a:lnTo>
                  <a:pt x="539013" y="1003300"/>
                </a:lnTo>
                <a:lnTo>
                  <a:pt x="509727" y="1028700"/>
                </a:lnTo>
                <a:lnTo>
                  <a:pt x="480898" y="1066800"/>
                </a:lnTo>
                <a:lnTo>
                  <a:pt x="452513" y="1104900"/>
                </a:lnTo>
                <a:lnTo>
                  <a:pt x="424573" y="1143000"/>
                </a:lnTo>
                <a:lnTo>
                  <a:pt x="397103" y="1181100"/>
                </a:lnTo>
                <a:lnTo>
                  <a:pt x="370078" y="1219200"/>
                </a:lnTo>
                <a:lnTo>
                  <a:pt x="343522" y="1257300"/>
                </a:lnTo>
                <a:lnTo>
                  <a:pt x="317423" y="1282700"/>
                </a:lnTo>
                <a:lnTo>
                  <a:pt x="291795" y="1320800"/>
                </a:lnTo>
                <a:lnTo>
                  <a:pt x="266636" y="1358900"/>
                </a:lnTo>
                <a:lnTo>
                  <a:pt x="241960" y="1397000"/>
                </a:lnTo>
                <a:lnTo>
                  <a:pt x="217754" y="1447800"/>
                </a:lnTo>
                <a:lnTo>
                  <a:pt x="194017" y="1485900"/>
                </a:lnTo>
                <a:lnTo>
                  <a:pt x="170776" y="1524000"/>
                </a:lnTo>
                <a:lnTo>
                  <a:pt x="148018" y="1562100"/>
                </a:lnTo>
                <a:lnTo>
                  <a:pt x="125742" y="1600200"/>
                </a:lnTo>
                <a:lnTo>
                  <a:pt x="103962" y="1638300"/>
                </a:lnTo>
                <a:lnTo>
                  <a:pt x="82664" y="1676400"/>
                </a:lnTo>
                <a:lnTo>
                  <a:pt x="61874" y="1727200"/>
                </a:lnTo>
                <a:lnTo>
                  <a:pt x="41592" y="1765300"/>
                </a:lnTo>
                <a:lnTo>
                  <a:pt x="21805" y="1803400"/>
                </a:lnTo>
                <a:lnTo>
                  <a:pt x="2514" y="1841500"/>
                </a:lnTo>
                <a:lnTo>
                  <a:pt x="0" y="1854200"/>
                </a:lnTo>
                <a:lnTo>
                  <a:pt x="0" y="4940300"/>
                </a:lnTo>
                <a:lnTo>
                  <a:pt x="15252" y="4965700"/>
                </a:lnTo>
                <a:lnTo>
                  <a:pt x="35077" y="5016500"/>
                </a:lnTo>
                <a:lnTo>
                  <a:pt x="55397" y="5054600"/>
                </a:lnTo>
                <a:lnTo>
                  <a:pt x="76225" y="5092700"/>
                </a:lnTo>
                <a:lnTo>
                  <a:pt x="97548" y="5130800"/>
                </a:lnTo>
                <a:lnTo>
                  <a:pt x="119367" y="5181600"/>
                </a:lnTo>
                <a:lnTo>
                  <a:pt x="141668" y="5219700"/>
                </a:lnTo>
                <a:lnTo>
                  <a:pt x="164452" y="5257800"/>
                </a:lnTo>
                <a:lnTo>
                  <a:pt x="187706" y="5295900"/>
                </a:lnTo>
                <a:lnTo>
                  <a:pt x="211442" y="5334000"/>
                </a:lnTo>
                <a:lnTo>
                  <a:pt x="235648" y="5372100"/>
                </a:lnTo>
                <a:lnTo>
                  <a:pt x="260324" y="5410200"/>
                </a:lnTo>
                <a:lnTo>
                  <a:pt x="285470" y="5448300"/>
                </a:lnTo>
                <a:lnTo>
                  <a:pt x="311061" y="5486400"/>
                </a:lnTo>
                <a:lnTo>
                  <a:pt x="337108" y="5524500"/>
                </a:lnTo>
                <a:lnTo>
                  <a:pt x="363613" y="5562600"/>
                </a:lnTo>
                <a:lnTo>
                  <a:pt x="390563" y="5600700"/>
                </a:lnTo>
                <a:lnTo>
                  <a:pt x="417944" y="5638800"/>
                </a:lnTo>
                <a:lnTo>
                  <a:pt x="445770" y="5676900"/>
                </a:lnTo>
                <a:lnTo>
                  <a:pt x="474040" y="5715000"/>
                </a:lnTo>
                <a:lnTo>
                  <a:pt x="502729" y="5753100"/>
                </a:lnTo>
                <a:lnTo>
                  <a:pt x="531850" y="5791200"/>
                </a:lnTo>
                <a:lnTo>
                  <a:pt x="561390" y="5816600"/>
                </a:lnTo>
                <a:lnTo>
                  <a:pt x="591350" y="5854700"/>
                </a:lnTo>
                <a:lnTo>
                  <a:pt x="621728" y="5892800"/>
                </a:lnTo>
                <a:lnTo>
                  <a:pt x="652513" y="5930900"/>
                </a:lnTo>
                <a:lnTo>
                  <a:pt x="683691" y="5956300"/>
                </a:lnTo>
                <a:lnTo>
                  <a:pt x="715289" y="5994400"/>
                </a:lnTo>
                <a:lnTo>
                  <a:pt x="747280" y="6032500"/>
                </a:lnTo>
                <a:lnTo>
                  <a:pt x="779665" y="6057900"/>
                </a:lnTo>
                <a:lnTo>
                  <a:pt x="812431" y="6096000"/>
                </a:lnTo>
                <a:lnTo>
                  <a:pt x="845591" y="6121400"/>
                </a:lnTo>
                <a:lnTo>
                  <a:pt x="879144" y="6159500"/>
                </a:lnTo>
                <a:lnTo>
                  <a:pt x="947356" y="6210300"/>
                </a:lnTo>
                <a:lnTo>
                  <a:pt x="982014" y="6248400"/>
                </a:lnTo>
                <a:lnTo>
                  <a:pt x="1052436" y="6299200"/>
                </a:lnTo>
                <a:lnTo>
                  <a:pt x="1088186" y="6337300"/>
                </a:lnTo>
                <a:lnTo>
                  <a:pt x="1124280" y="6362700"/>
                </a:lnTo>
                <a:lnTo>
                  <a:pt x="1234668" y="6438900"/>
                </a:lnTo>
                <a:lnTo>
                  <a:pt x="1272146" y="6477000"/>
                </a:lnTo>
                <a:lnTo>
                  <a:pt x="1309966" y="6502400"/>
                </a:lnTo>
                <a:lnTo>
                  <a:pt x="1425346" y="6578600"/>
                </a:lnTo>
                <a:lnTo>
                  <a:pt x="1464449" y="6591300"/>
                </a:lnTo>
                <a:lnTo>
                  <a:pt x="1623961" y="6692900"/>
                </a:lnTo>
                <a:lnTo>
                  <a:pt x="1664589" y="6705600"/>
                </a:lnTo>
                <a:lnTo>
                  <a:pt x="1746719" y="6756400"/>
                </a:lnTo>
                <a:lnTo>
                  <a:pt x="1788223" y="6769100"/>
                </a:lnTo>
                <a:lnTo>
                  <a:pt x="1829993" y="6794500"/>
                </a:lnTo>
                <a:lnTo>
                  <a:pt x="1872056" y="6807200"/>
                </a:lnTo>
                <a:lnTo>
                  <a:pt x="1914372" y="6832600"/>
                </a:lnTo>
                <a:lnTo>
                  <a:pt x="1956968" y="6845313"/>
                </a:lnTo>
                <a:lnTo>
                  <a:pt x="1994306" y="6858000"/>
                </a:lnTo>
                <a:lnTo>
                  <a:pt x="3506127" y="6858000"/>
                </a:lnTo>
                <a:lnTo>
                  <a:pt x="3517011" y="6794500"/>
                </a:lnTo>
                <a:lnTo>
                  <a:pt x="3522065" y="6743700"/>
                </a:lnTo>
                <a:lnTo>
                  <a:pt x="3525164" y="6692900"/>
                </a:lnTo>
                <a:lnTo>
                  <a:pt x="3526129" y="6654800"/>
                </a:lnTo>
                <a:close/>
              </a:path>
              <a:path w="7005320" h="6858000">
                <a:moveTo>
                  <a:pt x="6982612" y="0"/>
                </a:moveTo>
                <a:lnTo>
                  <a:pt x="5907824" y="0"/>
                </a:lnTo>
                <a:lnTo>
                  <a:pt x="5949023" y="27228"/>
                </a:lnTo>
                <a:lnTo>
                  <a:pt x="5990069" y="54991"/>
                </a:lnTo>
                <a:lnTo>
                  <a:pt x="6030925" y="83261"/>
                </a:lnTo>
                <a:lnTo>
                  <a:pt x="6071616" y="112014"/>
                </a:lnTo>
                <a:lnTo>
                  <a:pt x="6117120" y="142671"/>
                </a:lnTo>
                <a:lnTo>
                  <a:pt x="6162802" y="170154"/>
                </a:lnTo>
                <a:lnTo>
                  <a:pt x="6208522" y="194525"/>
                </a:lnTo>
                <a:lnTo>
                  <a:pt x="6254153" y="215823"/>
                </a:lnTo>
                <a:lnTo>
                  <a:pt x="6299581" y="234061"/>
                </a:lnTo>
                <a:lnTo>
                  <a:pt x="6344679" y="249301"/>
                </a:lnTo>
                <a:lnTo>
                  <a:pt x="6389332" y="261581"/>
                </a:lnTo>
                <a:lnTo>
                  <a:pt x="6433401" y="270929"/>
                </a:lnTo>
                <a:lnTo>
                  <a:pt x="6476784" y="277393"/>
                </a:lnTo>
                <a:lnTo>
                  <a:pt x="6519342" y="281000"/>
                </a:lnTo>
                <a:lnTo>
                  <a:pt x="6560960" y="281787"/>
                </a:lnTo>
                <a:lnTo>
                  <a:pt x="6601511" y="279806"/>
                </a:lnTo>
                <a:lnTo>
                  <a:pt x="6640881" y="275094"/>
                </a:lnTo>
                <a:lnTo>
                  <a:pt x="6678930" y="267677"/>
                </a:lnTo>
                <a:lnTo>
                  <a:pt x="6750621" y="244919"/>
                </a:lnTo>
                <a:lnTo>
                  <a:pt x="6815607" y="211823"/>
                </a:lnTo>
                <a:lnTo>
                  <a:pt x="6872884" y="168706"/>
                </a:lnTo>
                <a:lnTo>
                  <a:pt x="6921500" y="115874"/>
                </a:lnTo>
                <a:lnTo>
                  <a:pt x="6960451" y="53644"/>
                </a:lnTo>
                <a:lnTo>
                  <a:pt x="6975996" y="19088"/>
                </a:lnTo>
                <a:lnTo>
                  <a:pt x="6982612" y="0"/>
                </a:lnTo>
                <a:close/>
              </a:path>
              <a:path w="7005320" h="6858000">
                <a:moveTo>
                  <a:pt x="7004710" y="6858000"/>
                </a:moveTo>
                <a:lnTo>
                  <a:pt x="6974535" y="6790868"/>
                </a:lnTo>
                <a:lnTo>
                  <a:pt x="6945592" y="6743878"/>
                </a:lnTo>
                <a:lnTo>
                  <a:pt x="6909435" y="6694843"/>
                </a:lnTo>
                <a:lnTo>
                  <a:pt x="6872376" y="6652450"/>
                </a:lnTo>
                <a:lnTo>
                  <a:pt x="6835318" y="6614249"/>
                </a:lnTo>
                <a:lnTo>
                  <a:pt x="6798221" y="6580213"/>
                </a:lnTo>
                <a:lnTo>
                  <a:pt x="6761099" y="6550304"/>
                </a:lnTo>
                <a:lnTo>
                  <a:pt x="6723926" y="6524472"/>
                </a:lnTo>
                <a:lnTo>
                  <a:pt x="6686677" y="6502705"/>
                </a:lnTo>
                <a:lnTo>
                  <a:pt x="6649352" y="6484950"/>
                </a:lnTo>
                <a:lnTo>
                  <a:pt x="6611950" y="6471158"/>
                </a:lnTo>
                <a:lnTo>
                  <a:pt x="6574434" y="6461315"/>
                </a:lnTo>
                <a:lnTo>
                  <a:pt x="6499034" y="6453276"/>
                </a:lnTo>
                <a:lnTo>
                  <a:pt x="6461138" y="6455016"/>
                </a:lnTo>
                <a:lnTo>
                  <a:pt x="6423076" y="6460528"/>
                </a:lnTo>
                <a:lnTo>
                  <a:pt x="6384849" y="6469799"/>
                </a:lnTo>
                <a:lnTo>
                  <a:pt x="6346444" y="6482778"/>
                </a:lnTo>
                <a:lnTo>
                  <a:pt x="6307848" y="6499428"/>
                </a:lnTo>
                <a:lnTo>
                  <a:pt x="6269037" y="6519710"/>
                </a:lnTo>
                <a:lnTo>
                  <a:pt x="6230010" y="6543586"/>
                </a:lnTo>
                <a:lnTo>
                  <a:pt x="6190754" y="6571031"/>
                </a:lnTo>
                <a:lnTo>
                  <a:pt x="6151245" y="6601993"/>
                </a:lnTo>
                <a:lnTo>
                  <a:pt x="6073508" y="6669303"/>
                </a:lnTo>
                <a:lnTo>
                  <a:pt x="6032639" y="6698437"/>
                </a:lnTo>
                <a:lnTo>
                  <a:pt x="5990818" y="6724764"/>
                </a:lnTo>
                <a:lnTo>
                  <a:pt x="5949950" y="6749224"/>
                </a:lnTo>
                <a:lnTo>
                  <a:pt x="5911977" y="6772757"/>
                </a:lnTo>
                <a:lnTo>
                  <a:pt x="5871502" y="6800126"/>
                </a:lnTo>
                <a:lnTo>
                  <a:pt x="5830836" y="6826986"/>
                </a:lnTo>
                <a:lnTo>
                  <a:pt x="5789968" y="6853339"/>
                </a:lnTo>
                <a:lnTo>
                  <a:pt x="5782551" y="6858000"/>
                </a:lnTo>
                <a:lnTo>
                  <a:pt x="7004710" y="6858000"/>
                </a:lnTo>
                <a:close/>
              </a:path>
            </a:pathLst>
          </a:custGeom>
          <a:solidFill>
            <a:srgbClr val="FFFFFF">
              <a:alpha val="1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5728" y="527304"/>
            <a:ext cx="1744979" cy="40233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417564" y="4622291"/>
            <a:ext cx="2532380" cy="0"/>
          </a:xfrm>
          <a:custGeom>
            <a:avLst/>
            <a:gdLst/>
            <a:ahLst/>
            <a:cxnLst/>
            <a:rect l="l" t="t" r="r" b="b"/>
            <a:pathLst>
              <a:path w="2532379">
                <a:moveTo>
                  <a:pt x="0" y="0"/>
                </a:moveTo>
                <a:lnTo>
                  <a:pt x="253238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005320" cy="6858000"/>
          </a:xfrm>
          <a:custGeom>
            <a:avLst/>
            <a:gdLst/>
            <a:ahLst/>
            <a:cxnLst/>
            <a:rect l="l" t="t" r="r" b="b"/>
            <a:pathLst>
              <a:path w="7005320" h="6858000">
                <a:moveTo>
                  <a:pt x="1050912" y="0"/>
                </a:moveTo>
                <a:lnTo>
                  <a:pt x="0" y="0"/>
                </a:lnTo>
                <a:lnTo>
                  <a:pt x="0" y="1047686"/>
                </a:lnTo>
                <a:lnTo>
                  <a:pt x="1524" y="1045502"/>
                </a:lnTo>
                <a:lnTo>
                  <a:pt x="29552" y="1006335"/>
                </a:lnTo>
                <a:lnTo>
                  <a:pt x="58102" y="967409"/>
                </a:lnTo>
                <a:lnTo>
                  <a:pt x="87185" y="928738"/>
                </a:lnTo>
                <a:lnTo>
                  <a:pt x="116789" y="890333"/>
                </a:lnTo>
                <a:lnTo>
                  <a:pt x="146913" y="852170"/>
                </a:lnTo>
                <a:lnTo>
                  <a:pt x="177215" y="814400"/>
                </a:lnTo>
                <a:lnTo>
                  <a:pt x="207835" y="777062"/>
                </a:lnTo>
                <a:lnTo>
                  <a:pt x="238772" y="740156"/>
                </a:lnTo>
                <a:lnTo>
                  <a:pt x="270027" y="703707"/>
                </a:lnTo>
                <a:lnTo>
                  <a:pt x="301599" y="667689"/>
                </a:lnTo>
                <a:lnTo>
                  <a:pt x="333476" y="632117"/>
                </a:lnTo>
                <a:lnTo>
                  <a:pt x="365671" y="596988"/>
                </a:lnTo>
                <a:lnTo>
                  <a:pt x="398157" y="562305"/>
                </a:lnTo>
                <a:lnTo>
                  <a:pt x="430949" y="528053"/>
                </a:lnTo>
                <a:lnTo>
                  <a:pt x="464032" y="494258"/>
                </a:lnTo>
                <a:lnTo>
                  <a:pt x="497408" y="460895"/>
                </a:lnTo>
                <a:lnTo>
                  <a:pt x="531075" y="427990"/>
                </a:lnTo>
                <a:lnTo>
                  <a:pt x="565023" y="395516"/>
                </a:lnTo>
                <a:lnTo>
                  <a:pt x="599249" y="363499"/>
                </a:lnTo>
                <a:lnTo>
                  <a:pt x="633768" y="331914"/>
                </a:lnTo>
                <a:lnTo>
                  <a:pt x="668553" y="300786"/>
                </a:lnTo>
                <a:lnTo>
                  <a:pt x="703605" y="270103"/>
                </a:lnTo>
                <a:lnTo>
                  <a:pt x="738924" y="239864"/>
                </a:lnTo>
                <a:lnTo>
                  <a:pt x="774509" y="210083"/>
                </a:lnTo>
                <a:lnTo>
                  <a:pt x="810361" y="180733"/>
                </a:lnTo>
                <a:lnTo>
                  <a:pt x="846455" y="151841"/>
                </a:lnTo>
                <a:lnTo>
                  <a:pt x="882815" y="123393"/>
                </a:lnTo>
                <a:lnTo>
                  <a:pt x="919416" y="95402"/>
                </a:lnTo>
                <a:lnTo>
                  <a:pt x="956271" y="67843"/>
                </a:lnTo>
                <a:lnTo>
                  <a:pt x="993368" y="40754"/>
                </a:lnTo>
                <a:lnTo>
                  <a:pt x="1030693" y="14097"/>
                </a:lnTo>
                <a:lnTo>
                  <a:pt x="1050912" y="0"/>
                </a:lnTo>
                <a:close/>
              </a:path>
              <a:path w="7005320" h="6858000">
                <a:moveTo>
                  <a:pt x="1196555" y="6858000"/>
                </a:moveTo>
                <a:lnTo>
                  <a:pt x="1140066" y="6821322"/>
                </a:lnTo>
                <a:lnTo>
                  <a:pt x="1100924" y="6795097"/>
                </a:lnTo>
                <a:lnTo>
                  <a:pt x="1062024" y="6768414"/>
                </a:lnTo>
                <a:lnTo>
                  <a:pt x="1023366" y="6741249"/>
                </a:lnTo>
                <a:lnTo>
                  <a:pt x="984948" y="6713626"/>
                </a:lnTo>
                <a:lnTo>
                  <a:pt x="946772" y="6685521"/>
                </a:lnTo>
                <a:lnTo>
                  <a:pt x="908837" y="6656959"/>
                </a:lnTo>
                <a:lnTo>
                  <a:pt x="871169" y="6627927"/>
                </a:lnTo>
                <a:lnTo>
                  <a:pt x="833742" y="6598412"/>
                </a:lnTo>
                <a:lnTo>
                  <a:pt x="796594" y="6568440"/>
                </a:lnTo>
                <a:lnTo>
                  <a:pt x="759701" y="6537998"/>
                </a:lnTo>
                <a:lnTo>
                  <a:pt x="723074" y="6507099"/>
                </a:lnTo>
                <a:lnTo>
                  <a:pt x="686727" y="6475717"/>
                </a:lnTo>
                <a:lnTo>
                  <a:pt x="650659" y="6443878"/>
                </a:lnTo>
                <a:lnTo>
                  <a:pt x="614870" y="6411569"/>
                </a:lnTo>
                <a:lnTo>
                  <a:pt x="579361" y="6378791"/>
                </a:lnTo>
                <a:lnTo>
                  <a:pt x="544144" y="6345555"/>
                </a:lnTo>
                <a:lnTo>
                  <a:pt x="509219" y="6311849"/>
                </a:lnTo>
                <a:lnTo>
                  <a:pt x="474599" y="6277686"/>
                </a:lnTo>
                <a:lnTo>
                  <a:pt x="440270" y="6243053"/>
                </a:lnTo>
                <a:lnTo>
                  <a:pt x="406260" y="6207950"/>
                </a:lnTo>
                <a:lnTo>
                  <a:pt x="372783" y="6173025"/>
                </a:lnTo>
                <a:lnTo>
                  <a:pt x="339788" y="6137770"/>
                </a:lnTo>
                <a:lnTo>
                  <a:pt x="307289" y="6102223"/>
                </a:lnTo>
                <a:lnTo>
                  <a:pt x="275285" y="6066358"/>
                </a:lnTo>
                <a:lnTo>
                  <a:pt x="243776" y="6030201"/>
                </a:lnTo>
                <a:lnTo>
                  <a:pt x="212750" y="5993752"/>
                </a:lnTo>
                <a:lnTo>
                  <a:pt x="182219" y="5957024"/>
                </a:lnTo>
                <a:lnTo>
                  <a:pt x="152184" y="5919990"/>
                </a:lnTo>
                <a:lnTo>
                  <a:pt x="122643" y="5882691"/>
                </a:lnTo>
                <a:lnTo>
                  <a:pt x="93586" y="5845111"/>
                </a:lnTo>
                <a:lnTo>
                  <a:pt x="65024" y="5807265"/>
                </a:lnTo>
                <a:lnTo>
                  <a:pt x="36957" y="5769153"/>
                </a:lnTo>
                <a:lnTo>
                  <a:pt x="9385" y="5730786"/>
                </a:lnTo>
                <a:lnTo>
                  <a:pt x="0" y="5717387"/>
                </a:lnTo>
                <a:lnTo>
                  <a:pt x="0" y="6858000"/>
                </a:lnTo>
                <a:lnTo>
                  <a:pt x="1196555" y="6858000"/>
                </a:lnTo>
                <a:close/>
              </a:path>
              <a:path w="7005320" h="6858000">
                <a:moveTo>
                  <a:pt x="3526129" y="6654800"/>
                </a:moveTo>
                <a:lnTo>
                  <a:pt x="3524821" y="6604000"/>
                </a:lnTo>
                <a:lnTo>
                  <a:pt x="3521062" y="6565900"/>
                </a:lnTo>
                <a:lnTo>
                  <a:pt x="3514674" y="6515100"/>
                </a:lnTo>
                <a:lnTo>
                  <a:pt x="3505517" y="6477000"/>
                </a:lnTo>
                <a:lnTo>
                  <a:pt x="3493401" y="6438900"/>
                </a:lnTo>
                <a:lnTo>
                  <a:pt x="3478187" y="6413500"/>
                </a:lnTo>
                <a:lnTo>
                  <a:pt x="3459696" y="6375400"/>
                </a:lnTo>
                <a:lnTo>
                  <a:pt x="3437763" y="6350000"/>
                </a:lnTo>
                <a:lnTo>
                  <a:pt x="3412236" y="6311900"/>
                </a:lnTo>
                <a:lnTo>
                  <a:pt x="3382937" y="6286500"/>
                </a:lnTo>
                <a:lnTo>
                  <a:pt x="3349701" y="6261100"/>
                </a:lnTo>
                <a:lnTo>
                  <a:pt x="3312376" y="6235700"/>
                </a:lnTo>
                <a:lnTo>
                  <a:pt x="3270783" y="6223000"/>
                </a:lnTo>
                <a:lnTo>
                  <a:pt x="3224771" y="6197600"/>
                </a:lnTo>
                <a:lnTo>
                  <a:pt x="3174161" y="6184900"/>
                </a:lnTo>
                <a:lnTo>
                  <a:pt x="3118815" y="6172200"/>
                </a:lnTo>
                <a:lnTo>
                  <a:pt x="3058541" y="6159500"/>
                </a:lnTo>
                <a:lnTo>
                  <a:pt x="2660726" y="6057900"/>
                </a:lnTo>
                <a:lnTo>
                  <a:pt x="2565539" y="6032500"/>
                </a:lnTo>
                <a:lnTo>
                  <a:pt x="2518613" y="6007100"/>
                </a:lnTo>
                <a:lnTo>
                  <a:pt x="2472131" y="5994400"/>
                </a:lnTo>
                <a:lnTo>
                  <a:pt x="2426119" y="5969000"/>
                </a:lnTo>
                <a:lnTo>
                  <a:pt x="2380551" y="5956300"/>
                </a:lnTo>
                <a:lnTo>
                  <a:pt x="2335466" y="5930900"/>
                </a:lnTo>
                <a:lnTo>
                  <a:pt x="2290838" y="5918200"/>
                </a:lnTo>
                <a:lnTo>
                  <a:pt x="2246693" y="5892800"/>
                </a:lnTo>
                <a:lnTo>
                  <a:pt x="2203031" y="5880100"/>
                </a:lnTo>
                <a:lnTo>
                  <a:pt x="2117153" y="5829300"/>
                </a:lnTo>
                <a:lnTo>
                  <a:pt x="2033257" y="5778500"/>
                </a:lnTo>
                <a:lnTo>
                  <a:pt x="1992058" y="5765800"/>
                </a:lnTo>
                <a:lnTo>
                  <a:pt x="1911210" y="5715000"/>
                </a:lnTo>
                <a:lnTo>
                  <a:pt x="1832432" y="5664200"/>
                </a:lnTo>
                <a:lnTo>
                  <a:pt x="1793836" y="5626100"/>
                </a:lnTo>
                <a:lnTo>
                  <a:pt x="1718246" y="5575300"/>
                </a:lnTo>
                <a:lnTo>
                  <a:pt x="1681264" y="5549900"/>
                </a:lnTo>
                <a:lnTo>
                  <a:pt x="1644827" y="5524500"/>
                </a:lnTo>
                <a:lnTo>
                  <a:pt x="1608950" y="5486400"/>
                </a:lnTo>
                <a:lnTo>
                  <a:pt x="1573618" y="5461000"/>
                </a:lnTo>
                <a:lnTo>
                  <a:pt x="1538859" y="5435600"/>
                </a:lnTo>
                <a:lnTo>
                  <a:pt x="1504670" y="5397500"/>
                </a:lnTo>
                <a:lnTo>
                  <a:pt x="1471053" y="5372100"/>
                </a:lnTo>
                <a:lnTo>
                  <a:pt x="1438008" y="5334000"/>
                </a:lnTo>
                <a:lnTo>
                  <a:pt x="1405547" y="5308600"/>
                </a:lnTo>
                <a:lnTo>
                  <a:pt x="1373682" y="5270500"/>
                </a:lnTo>
                <a:lnTo>
                  <a:pt x="1342402" y="5232400"/>
                </a:lnTo>
                <a:lnTo>
                  <a:pt x="1311719" y="5207000"/>
                </a:lnTo>
                <a:lnTo>
                  <a:pt x="1281633" y="5168900"/>
                </a:lnTo>
                <a:lnTo>
                  <a:pt x="1252156" y="5130800"/>
                </a:lnTo>
                <a:lnTo>
                  <a:pt x="1223302" y="5092700"/>
                </a:lnTo>
                <a:lnTo>
                  <a:pt x="1195057" y="5067300"/>
                </a:lnTo>
                <a:lnTo>
                  <a:pt x="1167422" y="5029200"/>
                </a:lnTo>
                <a:lnTo>
                  <a:pt x="1140434" y="4991100"/>
                </a:lnTo>
                <a:lnTo>
                  <a:pt x="1114056" y="4953000"/>
                </a:lnTo>
                <a:lnTo>
                  <a:pt x="1088326" y="4914900"/>
                </a:lnTo>
                <a:lnTo>
                  <a:pt x="1063244" y="4876800"/>
                </a:lnTo>
                <a:lnTo>
                  <a:pt x="1038796" y="4838700"/>
                </a:lnTo>
                <a:lnTo>
                  <a:pt x="1014996" y="4800600"/>
                </a:lnTo>
                <a:lnTo>
                  <a:pt x="991857" y="4762500"/>
                </a:lnTo>
                <a:lnTo>
                  <a:pt x="969391" y="4724400"/>
                </a:lnTo>
                <a:lnTo>
                  <a:pt x="947572" y="4686300"/>
                </a:lnTo>
                <a:lnTo>
                  <a:pt x="926426" y="4648200"/>
                </a:lnTo>
                <a:lnTo>
                  <a:pt x="905954" y="4610100"/>
                </a:lnTo>
                <a:lnTo>
                  <a:pt x="886167" y="4572000"/>
                </a:lnTo>
                <a:lnTo>
                  <a:pt x="867067" y="4521200"/>
                </a:lnTo>
                <a:lnTo>
                  <a:pt x="848652" y="4483100"/>
                </a:lnTo>
                <a:lnTo>
                  <a:pt x="830935" y="4445000"/>
                </a:lnTo>
                <a:lnTo>
                  <a:pt x="813917" y="4394200"/>
                </a:lnTo>
                <a:lnTo>
                  <a:pt x="797598" y="4356100"/>
                </a:lnTo>
                <a:lnTo>
                  <a:pt x="781989" y="4318000"/>
                </a:lnTo>
                <a:lnTo>
                  <a:pt x="767092" y="4267200"/>
                </a:lnTo>
                <a:lnTo>
                  <a:pt x="752919" y="4229100"/>
                </a:lnTo>
                <a:lnTo>
                  <a:pt x="739470" y="4191000"/>
                </a:lnTo>
                <a:lnTo>
                  <a:pt x="726744" y="4140200"/>
                </a:lnTo>
                <a:lnTo>
                  <a:pt x="714756" y="4102100"/>
                </a:lnTo>
                <a:lnTo>
                  <a:pt x="703503" y="4051300"/>
                </a:lnTo>
                <a:lnTo>
                  <a:pt x="693000" y="4013200"/>
                </a:lnTo>
                <a:lnTo>
                  <a:pt x="683234" y="3962400"/>
                </a:lnTo>
                <a:lnTo>
                  <a:pt x="674230" y="3924300"/>
                </a:lnTo>
                <a:lnTo>
                  <a:pt x="665988" y="3873500"/>
                </a:lnTo>
                <a:lnTo>
                  <a:pt x="658495" y="3835400"/>
                </a:lnTo>
                <a:lnTo>
                  <a:pt x="651776" y="3784600"/>
                </a:lnTo>
                <a:lnTo>
                  <a:pt x="645833" y="3733800"/>
                </a:lnTo>
                <a:lnTo>
                  <a:pt x="640664" y="3695700"/>
                </a:lnTo>
                <a:lnTo>
                  <a:pt x="636270" y="3644900"/>
                </a:lnTo>
                <a:lnTo>
                  <a:pt x="632663" y="3594100"/>
                </a:lnTo>
                <a:lnTo>
                  <a:pt x="629856" y="3556000"/>
                </a:lnTo>
                <a:lnTo>
                  <a:pt x="627849" y="3505200"/>
                </a:lnTo>
                <a:lnTo>
                  <a:pt x="626630" y="3454400"/>
                </a:lnTo>
                <a:lnTo>
                  <a:pt x="626237" y="3416300"/>
                </a:lnTo>
                <a:lnTo>
                  <a:pt x="625932" y="3365500"/>
                </a:lnTo>
                <a:lnTo>
                  <a:pt x="626440" y="3314700"/>
                </a:lnTo>
                <a:lnTo>
                  <a:pt x="627748" y="3263900"/>
                </a:lnTo>
                <a:lnTo>
                  <a:pt x="629856" y="3225800"/>
                </a:lnTo>
                <a:lnTo>
                  <a:pt x="632752" y="3175000"/>
                </a:lnTo>
                <a:lnTo>
                  <a:pt x="636435" y="3124200"/>
                </a:lnTo>
                <a:lnTo>
                  <a:pt x="640905" y="3086100"/>
                </a:lnTo>
                <a:lnTo>
                  <a:pt x="646150" y="3035300"/>
                </a:lnTo>
                <a:lnTo>
                  <a:pt x="652157" y="2997200"/>
                </a:lnTo>
                <a:lnTo>
                  <a:pt x="658939" y="2946400"/>
                </a:lnTo>
                <a:lnTo>
                  <a:pt x="666496" y="2895600"/>
                </a:lnTo>
                <a:lnTo>
                  <a:pt x="674789" y="2857500"/>
                </a:lnTo>
                <a:lnTo>
                  <a:pt x="683844" y="2806700"/>
                </a:lnTo>
                <a:lnTo>
                  <a:pt x="693648" y="2768600"/>
                </a:lnTo>
                <a:lnTo>
                  <a:pt x="704202" y="2717800"/>
                </a:lnTo>
                <a:lnTo>
                  <a:pt x="715492" y="2679700"/>
                </a:lnTo>
                <a:lnTo>
                  <a:pt x="727506" y="2628900"/>
                </a:lnTo>
                <a:lnTo>
                  <a:pt x="740257" y="2590800"/>
                </a:lnTo>
                <a:lnTo>
                  <a:pt x="753719" y="2552700"/>
                </a:lnTo>
                <a:lnTo>
                  <a:pt x="767918" y="2501900"/>
                </a:lnTo>
                <a:lnTo>
                  <a:pt x="782815" y="2463800"/>
                </a:lnTo>
                <a:lnTo>
                  <a:pt x="798436" y="2413000"/>
                </a:lnTo>
                <a:lnTo>
                  <a:pt x="814743" y="2374900"/>
                </a:lnTo>
                <a:lnTo>
                  <a:pt x="831761" y="2336800"/>
                </a:lnTo>
                <a:lnTo>
                  <a:pt x="849477" y="2298700"/>
                </a:lnTo>
                <a:lnTo>
                  <a:pt x="867879" y="2247900"/>
                </a:lnTo>
                <a:lnTo>
                  <a:pt x="886955" y="2209800"/>
                </a:lnTo>
                <a:lnTo>
                  <a:pt x="906729" y="2171700"/>
                </a:lnTo>
                <a:lnTo>
                  <a:pt x="927163" y="2133600"/>
                </a:lnTo>
                <a:lnTo>
                  <a:pt x="948270" y="2095500"/>
                </a:lnTo>
                <a:lnTo>
                  <a:pt x="970051" y="2057400"/>
                </a:lnTo>
                <a:lnTo>
                  <a:pt x="992479" y="2006600"/>
                </a:lnTo>
                <a:lnTo>
                  <a:pt x="1015568" y="1968500"/>
                </a:lnTo>
                <a:lnTo>
                  <a:pt x="1039317" y="1930400"/>
                </a:lnTo>
                <a:lnTo>
                  <a:pt x="1063701" y="1892300"/>
                </a:lnTo>
                <a:lnTo>
                  <a:pt x="1088732" y="1854200"/>
                </a:lnTo>
                <a:lnTo>
                  <a:pt x="1114386" y="1828800"/>
                </a:lnTo>
                <a:lnTo>
                  <a:pt x="1140688" y="1790700"/>
                </a:lnTo>
                <a:lnTo>
                  <a:pt x="1167612" y="1752600"/>
                </a:lnTo>
                <a:lnTo>
                  <a:pt x="1195146" y="1714500"/>
                </a:lnTo>
                <a:lnTo>
                  <a:pt x="1223302" y="1676400"/>
                </a:lnTo>
                <a:lnTo>
                  <a:pt x="1252080" y="1638300"/>
                </a:lnTo>
                <a:lnTo>
                  <a:pt x="1281455" y="1612900"/>
                </a:lnTo>
                <a:lnTo>
                  <a:pt x="1311440" y="1574800"/>
                </a:lnTo>
                <a:lnTo>
                  <a:pt x="1342009" y="1536700"/>
                </a:lnTo>
                <a:lnTo>
                  <a:pt x="1373174" y="1511300"/>
                </a:lnTo>
                <a:lnTo>
                  <a:pt x="1404937" y="1473200"/>
                </a:lnTo>
                <a:lnTo>
                  <a:pt x="1437271" y="1447800"/>
                </a:lnTo>
                <a:lnTo>
                  <a:pt x="1470190" y="1409700"/>
                </a:lnTo>
                <a:lnTo>
                  <a:pt x="1503680" y="1384300"/>
                </a:lnTo>
                <a:lnTo>
                  <a:pt x="1537728" y="1346200"/>
                </a:lnTo>
                <a:lnTo>
                  <a:pt x="1572348" y="1320800"/>
                </a:lnTo>
                <a:lnTo>
                  <a:pt x="1607527" y="1295400"/>
                </a:lnTo>
                <a:lnTo>
                  <a:pt x="1643253" y="1257300"/>
                </a:lnTo>
                <a:lnTo>
                  <a:pt x="1679536" y="1231900"/>
                </a:lnTo>
                <a:lnTo>
                  <a:pt x="1753717" y="1181100"/>
                </a:lnTo>
                <a:lnTo>
                  <a:pt x="1791614" y="1143000"/>
                </a:lnTo>
                <a:lnTo>
                  <a:pt x="1868982" y="1092200"/>
                </a:lnTo>
                <a:lnTo>
                  <a:pt x="1948434" y="1041400"/>
                </a:lnTo>
                <a:lnTo>
                  <a:pt x="1988921" y="1016000"/>
                </a:lnTo>
                <a:lnTo>
                  <a:pt x="2029917" y="1003300"/>
                </a:lnTo>
                <a:lnTo>
                  <a:pt x="2113394" y="952500"/>
                </a:lnTo>
                <a:lnTo>
                  <a:pt x="2155875" y="927100"/>
                </a:lnTo>
                <a:lnTo>
                  <a:pt x="2198840" y="914400"/>
                </a:lnTo>
                <a:lnTo>
                  <a:pt x="2286203" y="863600"/>
                </a:lnTo>
                <a:lnTo>
                  <a:pt x="2330589" y="850900"/>
                </a:lnTo>
                <a:lnTo>
                  <a:pt x="2375446" y="825500"/>
                </a:lnTo>
                <a:lnTo>
                  <a:pt x="2466530" y="800100"/>
                </a:lnTo>
                <a:lnTo>
                  <a:pt x="2512758" y="774700"/>
                </a:lnTo>
                <a:lnTo>
                  <a:pt x="2654084" y="736600"/>
                </a:lnTo>
                <a:lnTo>
                  <a:pt x="2702064" y="711200"/>
                </a:lnTo>
                <a:lnTo>
                  <a:pt x="2898190" y="660400"/>
                </a:lnTo>
                <a:lnTo>
                  <a:pt x="2948254" y="660400"/>
                </a:lnTo>
                <a:lnTo>
                  <a:pt x="2998724" y="647700"/>
                </a:lnTo>
                <a:lnTo>
                  <a:pt x="3061919" y="635000"/>
                </a:lnTo>
                <a:lnTo>
                  <a:pt x="3120606" y="622300"/>
                </a:lnTo>
                <a:lnTo>
                  <a:pt x="3174860" y="609600"/>
                </a:lnTo>
                <a:lnTo>
                  <a:pt x="3224784" y="584200"/>
                </a:lnTo>
                <a:lnTo>
                  <a:pt x="3270453" y="571500"/>
                </a:lnTo>
                <a:lnTo>
                  <a:pt x="3311969" y="546100"/>
                </a:lnTo>
                <a:lnTo>
                  <a:pt x="3349409" y="520700"/>
                </a:lnTo>
                <a:lnTo>
                  <a:pt x="3382873" y="495300"/>
                </a:lnTo>
                <a:lnTo>
                  <a:pt x="3412452" y="469900"/>
                </a:lnTo>
                <a:lnTo>
                  <a:pt x="3460305" y="406400"/>
                </a:lnTo>
                <a:lnTo>
                  <a:pt x="3478758" y="381000"/>
                </a:lnTo>
                <a:lnTo>
                  <a:pt x="3493693" y="342900"/>
                </a:lnTo>
                <a:lnTo>
                  <a:pt x="3505200" y="304800"/>
                </a:lnTo>
                <a:lnTo>
                  <a:pt x="3513340" y="266700"/>
                </a:lnTo>
                <a:lnTo>
                  <a:pt x="3518243" y="215900"/>
                </a:lnTo>
                <a:lnTo>
                  <a:pt x="3519970" y="177800"/>
                </a:lnTo>
                <a:lnTo>
                  <a:pt x="3518636" y="127000"/>
                </a:lnTo>
                <a:lnTo>
                  <a:pt x="3514306" y="88900"/>
                </a:lnTo>
                <a:lnTo>
                  <a:pt x="3507092" y="38100"/>
                </a:lnTo>
                <a:lnTo>
                  <a:pt x="3501440" y="0"/>
                </a:lnTo>
                <a:lnTo>
                  <a:pt x="1860702" y="0"/>
                </a:lnTo>
                <a:lnTo>
                  <a:pt x="1821967" y="25400"/>
                </a:lnTo>
                <a:lnTo>
                  <a:pt x="1778939" y="50800"/>
                </a:lnTo>
                <a:lnTo>
                  <a:pt x="1736255" y="63500"/>
                </a:lnTo>
                <a:lnTo>
                  <a:pt x="1651914" y="114300"/>
                </a:lnTo>
                <a:lnTo>
                  <a:pt x="1610271" y="127000"/>
                </a:lnTo>
                <a:lnTo>
                  <a:pt x="1487487" y="203200"/>
                </a:lnTo>
                <a:lnTo>
                  <a:pt x="1367955" y="279400"/>
                </a:lnTo>
                <a:lnTo>
                  <a:pt x="1251775" y="355600"/>
                </a:lnTo>
                <a:lnTo>
                  <a:pt x="1176223" y="406400"/>
                </a:lnTo>
                <a:lnTo>
                  <a:pt x="1102220" y="457200"/>
                </a:lnTo>
                <a:lnTo>
                  <a:pt x="1065809" y="495300"/>
                </a:lnTo>
                <a:lnTo>
                  <a:pt x="1029792" y="520700"/>
                </a:lnTo>
                <a:lnTo>
                  <a:pt x="958951" y="571500"/>
                </a:lnTo>
                <a:lnTo>
                  <a:pt x="924140" y="609600"/>
                </a:lnTo>
                <a:lnTo>
                  <a:pt x="889723" y="635000"/>
                </a:lnTo>
                <a:lnTo>
                  <a:pt x="855738" y="673100"/>
                </a:lnTo>
                <a:lnTo>
                  <a:pt x="822147" y="698500"/>
                </a:lnTo>
                <a:lnTo>
                  <a:pt x="788987" y="736600"/>
                </a:lnTo>
                <a:lnTo>
                  <a:pt x="756234" y="762000"/>
                </a:lnTo>
                <a:lnTo>
                  <a:pt x="723912" y="800100"/>
                </a:lnTo>
                <a:lnTo>
                  <a:pt x="692023" y="825500"/>
                </a:lnTo>
                <a:lnTo>
                  <a:pt x="660552" y="863600"/>
                </a:lnTo>
                <a:lnTo>
                  <a:pt x="629513" y="901700"/>
                </a:lnTo>
                <a:lnTo>
                  <a:pt x="598906" y="927100"/>
                </a:lnTo>
                <a:lnTo>
                  <a:pt x="568744" y="965200"/>
                </a:lnTo>
                <a:lnTo>
                  <a:pt x="539013" y="1003300"/>
                </a:lnTo>
                <a:lnTo>
                  <a:pt x="509727" y="1028700"/>
                </a:lnTo>
                <a:lnTo>
                  <a:pt x="480898" y="1066800"/>
                </a:lnTo>
                <a:lnTo>
                  <a:pt x="452513" y="1104900"/>
                </a:lnTo>
                <a:lnTo>
                  <a:pt x="424573" y="1143000"/>
                </a:lnTo>
                <a:lnTo>
                  <a:pt x="397103" y="1181100"/>
                </a:lnTo>
                <a:lnTo>
                  <a:pt x="370078" y="1219200"/>
                </a:lnTo>
                <a:lnTo>
                  <a:pt x="343522" y="1257300"/>
                </a:lnTo>
                <a:lnTo>
                  <a:pt x="317423" y="1282700"/>
                </a:lnTo>
                <a:lnTo>
                  <a:pt x="291795" y="1320800"/>
                </a:lnTo>
                <a:lnTo>
                  <a:pt x="266636" y="1358900"/>
                </a:lnTo>
                <a:lnTo>
                  <a:pt x="241960" y="1397000"/>
                </a:lnTo>
                <a:lnTo>
                  <a:pt x="217754" y="1447800"/>
                </a:lnTo>
                <a:lnTo>
                  <a:pt x="194017" y="1485900"/>
                </a:lnTo>
                <a:lnTo>
                  <a:pt x="170776" y="1524000"/>
                </a:lnTo>
                <a:lnTo>
                  <a:pt x="148018" y="1562100"/>
                </a:lnTo>
                <a:lnTo>
                  <a:pt x="125742" y="1600200"/>
                </a:lnTo>
                <a:lnTo>
                  <a:pt x="103962" y="1638300"/>
                </a:lnTo>
                <a:lnTo>
                  <a:pt x="82664" y="1676400"/>
                </a:lnTo>
                <a:lnTo>
                  <a:pt x="61874" y="1727200"/>
                </a:lnTo>
                <a:lnTo>
                  <a:pt x="41592" y="1765300"/>
                </a:lnTo>
                <a:lnTo>
                  <a:pt x="21805" y="1803400"/>
                </a:lnTo>
                <a:lnTo>
                  <a:pt x="2514" y="1841500"/>
                </a:lnTo>
                <a:lnTo>
                  <a:pt x="0" y="1854200"/>
                </a:lnTo>
                <a:lnTo>
                  <a:pt x="0" y="4940300"/>
                </a:lnTo>
                <a:lnTo>
                  <a:pt x="15252" y="4965700"/>
                </a:lnTo>
                <a:lnTo>
                  <a:pt x="35077" y="5016500"/>
                </a:lnTo>
                <a:lnTo>
                  <a:pt x="55397" y="5054600"/>
                </a:lnTo>
                <a:lnTo>
                  <a:pt x="76225" y="5092700"/>
                </a:lnTo>
                <a:lnTo>
                  <a:pt x="97548" y="5130800"/>
                </a:lnTo>
                <a:lnTo>
                  <a:pt x="119367" y="5181600"/>
                </a:lnTo>
                <a:lnTo>
                  <a:pt x="141668" y="5219700"/>
                </a:lnTo>
                <a:lnTo>
                  <a:pt x="164452" y="5257800"/>
                </a:lnTo>
                <a:lnTo>
                  <a:pt x="187706" y="5295900"/>
                </a:lnTo>
                <a:lnTo>
                  <a:pt x="211442" y="5334000"/>
                </a:lnTo>
                <a:lnTo>
                  <a:pt x="235648" y="5372100"/>
                </a:lnTo>
                <a:lnTo>
                  <a:pt x="260324" y="5410200"/>
                </a:lnTo>
                <a:lnTo>
                  <a:pt x="285470" y="5448300"/>
                </a:lnTo>
                <a:lnTo>
                  <a:pt x="311061" y="5486400"/>
                </a:lnTo>
                <a:lnTo>
                  <a:pt x="337108" y="5524500"/>
                </a:lnTo>
                <a:lnTo>
                  <a:pt x="363613" y="5562600"/>
                </a:lnTo>
                <a:lnTo>
                  <a:pt x="390563" y="5600700"/>
                </a:lnTo>
                <a:lnTo>
                  <a:pt x="417944" y="5638800"/>
                </a:lnTo>
                <a:lnTo>
                  <a:pt x="445770" y="5676900"/>
                </a:lnTo>
                <a:lnTo>
                  <a:pt x="474040" y="5715000"/>
                </a:lnTo>
                <a:lnTo>
                  <a:pt x="502729" y="5753100"/>
                </a:lnTo>
                <a:lnTo>
                  <a:pt x="531850" y="5791200"/>
                </a:lnTo>
                <a:lnTo>
                  <a:pt x="561390" y="5816600"/>
                </a:lnTo>
                <a:lnTo>
                  <a:pt x="591350" y="5854700"/>
                </a:lnTo>
                <a:lnTo>
                  <a:pt x="621728" y="5892800"/>
                </a:lnTo>
                <a:lnTo>
                  <a:pt x="652513" y="5930900"/>
                </a:lnTo>
                <a:lnTo>
                  <a:pt x="683691" y="5956300"/>
                </a:lnTo>
                <a:lnTo>
                  <a:pt x="715289" y="5994400"/>
                </a:lnTo>
                <a:lnTo>
                  <a:pt x="747280" y="6032500"/>
                </a:lnTo>
                <a:lnTo>
                  <a:pt x="779665" y="6057900"/>
                </a:lnTo>
                <a:lnTo>
                  <a:pt x="812431" y="6096000"/>
                </a:lnTo>
                <a:lnTo>
                  <a:pt x="845591" y="6121400"/>
                </a:lnTo>
                <a:lnTo>
                  <a:pt x="879144" y="6159500"/>
                </a:lnTo>
                <a:lnTo>
                  <a:pt x="947356" y="6210300"/>
                </a:lnTo>
                <a:lnTo>
                  <a:pt x="982014" y="6248400"/>
                </a:lnTo>
                <a:lnTo>
                  <a:pt x="1052436" y="6299200"/>
                </a:lnTo>
                <a:lnTo>
                  <a:pt x="1088186" y="6337300"/>
                </a:lnTo>
                <a:lnTo>
                  <a:pt x="1124280" y="6362700"/>
                </a:lnTo>
                <a:lnTo>
                  <a:pt x="1234668" y="6438900"/>
                </a:lnTo>
                <a:lnTo>
                  <a:pt x="1272146" y="6477000"/>
                </a:lnTo>
                <a:lnTo>
                  <a:pt x="1309966" y="6502400"/>
                </a:lnTo>
                <a:lnTo>
                  <a:pt x="1425346" y="6578600"/>
                </a:lnTo>
                <a:lnTo>
                  <a:pt x="1464449" y="6591300"/>
                </a:lnTo>
                <a:lnTo>
                  <a:pt x="1623961" y="6692900"/>
                </a:lnTo>
                <a:lnTo>
                  <a:pt x="1664589" y="6705600"/>
                </a:lnTo>
                <a:lnTo>
                  <a:pt x="1746719" y="6756400"/>
                </a:lnTo>
                <a:lnTo>
                  <a:pt x="1788223" y="6769100"/>
                </a:lnTo>
                <a:lnTo>
                  <a:pt x="1829993" y="6794500"/>
                </a:lnTo>
                <a:lnTo>
                  <a:pt x="1872056" y="6807200"/>
                </a:lnTo>
                <a:lnTo>
                  <a:pt x="1914372" y="6832600"/>
                </a:lnTo>
                <a:lnTo>
                  <a:pt x="1956968" y="6845313"/>
                </a:lnTo>
                <a:lnTo>
                  <a:pt x="1994306" y="6858000"/>
                </a:lnTo>
                <a:lnTo>
                  <a:pt x="3506127" y="6858000"/>
                </a:lnTo>
                <a:lnTo>
                  <a:pt x="3517011" y="6794500"/>
                </a:lnTo>
                <a:lnTo>
                  <a:pt x="3522065" y="6743700"/>
                </a:lnTo>
                <a:lnTo>
                  <a:pt x="3525164" y="6692900"/>
                </a:lnTo>
                <a:lnTo>
                  <a:pt x="3526129" y="6654800"/>
                </a:lnTo>
                <a:close/>
              </a:path>
              <a:path w="7005320" h="6858000">
                <a:moveTo>
                  <a:pt x="6982612" y="0"/>
                </a:moveTo>
                <a:lnTo>
                  <a:pt x="5907824" y="0"/>
                </a:lnTo>
                <a:lnTo>
                  <a:pt x="5949023" y="27228"/>
                </a:lnTo>
                <a:lnTo>
                  <a:pt x="5990069" y="54991"/>
                </a:lnTo>
                <a:lnTo>
                  <a:pt x="6030925" y="83261"/>
                </a:lnTo>
                <a:lnTo>
                  <a:pt x="6071616" y="112014"/>
                </a:lnTo>
                <a:lnTo>
                  <a:pt x="6117120" y="142671"/>
                </a:lnTo>
                <a:lnTo>
                  <a:pt x="6162802" y="170154"/>
                </a:lnTo>
                <a:lnTo>
                  <a:pt x="6208522" y="194525"/>
                </a:lnTo>
                <a:lnTo>
                  <a:pt x="6254153" y="215823"/>
                </a:lnTo>
                <a:lnTo>
                  <a:pt x="6299581" y="234061"/>
                </a:lnTo>
                <a:lnTo>
                  <a:pt x="6344679" y="249301"/>
                </a:lnTo>
                <a:lnTo>
                  <a:pt x="6389332" y="261581"/>
                </a:lnTo>
                <a:lnTo>
                  <a:pt x="6433401" y="270929"/>
                </a:lnTo>
                <a:lnTo>
                  <a:pt x="6476784" y="277393"/>
                </a:lnTo>
                <a:lnTo>
                  <a:pt x="6519342" y="281000"/>
                </a:lnTo>
                <a:lnTo>
                  <a:pt x="6560960" y="281787"/>
                </a:lnTo>
                <a:lnTo>
                  <a:pt x="6601511" y="279806"/>
                </a:lnTo>
                <a:lnTo>
                  <a:pt x="6640881" y="275094"/>
                </a:lnTo>
                <a:lnTo>
                  <a:pt x="6678930" y="267677"/>
                </a:lnTo>
                <a:lnTo>
                  <a:pt x="6750621" y="244919"/>
                </a:lnTo>
                <a:lnTo>
                  <a:pt x="6815607" y="211823"/>
                </a:lnTo>
                <a:lnTo>
                  <a:pt x="6872884" y="168706"/>
                </a:lnTo>
                <a:lnTo>
                  <a:pt x="6921500" y="115874"/>
                </a:lnTo>
                <a:lnTo>
                  <a:pt x="6960451" y="53644"/>
                </a:lnTo>
                <a:lnTo>
                  <a:pt x="6975996" y="19088"/>
                </a:lnTo>
                <a:lnTo>
                  <a:pt x="6982612" y="0"/>
                </a:lnTo>
                <a:close/>
              </a:path>
              <a:path w="7005320" h="6858000">
                <a:moveTo>
                  <a:pt x="7004710" y="6858000"/>
                </a:moveTo>
                <a:lnTo>
                  <a:pt x="6974535" y="6790868"/>
                </a:lnTo>
                <a:lnTo>
                  <a:pt x="6945592" y="6743878"/>
                </a:lnTo>
                <a:lnTo>
                  <a:pt x="6909435" y="6694843"/>
                </a:lnTo>
                <a:lnTo>
                  <a:pt x="6872376" y="6652450"/>
                </a:lnTo>
                <a:lnTo>
                  <a:pt x="6835318" y="6614249"/>
                </a:lnTo>
                <a:lnTo>
                  <a:pt x="6798221" y="6580213"/>
                </a:lnTo>
                <a:lnTo>
                  <a:pt x="6761099" y="6550304"/>
                </a:lnTo>
                <a:lnTo>
                  <a:pt x="6723926" y="6524472"/>
                </a:lnTo>
                <a:lnTo>
                  <a:pt x="6686677" y="6502705"/>
                </a:lnTo>
                <a:lnTo>
                  <a:pt x="6649352" y="6484950"/>
                </a:lnTo>
                <a:lnTo>
                  <a:pt x="6611950" y="6471158"/>
                </a:lnTo>
                <a:lnTo>
                  <a:pt x="6574434" y="6461315"/>
                </a:lnTo>
                <a:lnTo>
                  <a:pt x="6499034" y="6453276"/>
                </a:lnTo>
                <a:lnTo>
                  <a:pt x="6461138" y="6455016"/>
                </a:lnTo>
                <a:lnTo>
                  <a:pt x="6423076" y="6460528"/>
                </a:lnTo>
                <a:lnTo>
                  <a:pt x="6384849" y="6469799"/>
                </a:lnTo>
                <a:lnTo>
                  <a:pt x="6346444" y="6482778"/>
                </a:lnTo>
                <a:lnTo>
                  <a:pt x="6307848" y="6499428"/>
                </a:lnTo>
                <a:lnTo>
                  <a:pt x="6269037" y="6519710"/>
                </a:lnTo>
                <a:lnTo>
                  <a:pt x="6230010" y="6543586"/>
                </a:lnTo>
                <a:lnTo>
                  <a:pt x="6190754" y="6571031"/>
                </a:lnTo>
                <a:lnTo>
                  <a:pt x="6151245" y="6601993"/>
                </a:lnTo>
                <a:lnTo>
                  <a:pt x="6073508" y="6669303"/>
                </a:lnTo>
                <a:lnTo>
                  <a:pt x="6032639" y="6698437"/>
                </a:lnTo>
                <a:lnTo>
                  <a:pt x="5990818" y="6724764"/>
                </a:lnTo>
                <a:lnTo>
                  <a:pt x="5949950" y="6749224"/>
                </a:lnTo>
                <a:lnTo>
                  <a:pt x="5911977" y="6772757"/>
                </a:lnTo>
                <a:lnTo>
                  <a:pt x="5871502" y="6800126"/>
                </a:lnTo>
                <a:lnTo>
                  <a:pt x="5830836" y="6826986"/>
                </a:lnTo>
                <a:lnTo>
                  <a:pt x="5789968" y="6853339"/>
                </a:lnTo>
                <a:lnTo>
                  <a:pt x="5782551" y="6858000"/>
                </a:lnTo>
                <a:lnTo>
                  <a:pt x="7004710" y="6858000"/>
                </a:lnTo>
                <a:close/>
              </a:path>
            </a:pathLst>
          </a:custGeom>
          <a:solidFill>
            <a:srgbClr val="FFFFFF">
              <a:alpha val="1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338315" y="5257800"/>
            <a:ext cx="3132455" cy="0"/>
          </a:xfrm>
          <a:custGeom>
            <a:avLst/>
            <a:gdLst/>
            <a:ahLst/>
            <a:cxnLst/>
            <a:rect l="l" t="t" r="r" b="b"/>
            <a:pathLst>
              <a:path w="3132454">
                <a:moveTo>
                  <a:pt x="0" y="0"/>
                </a:moveTo>
                <a:lnTo>
                  <a:pt x="3131947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5728" y="527304"/>
            <a:ext cx="1744979" cy="4023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313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59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1579014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7745" y="5379832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337688" y="5257453"/>
            <a:ext cx="31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8">
            <a:extLst>
              <a:ext uri="{FF2B5EF4-FFF2-40B4-BE49-F238E27FC236}">
                <a16:creationId xmlns:a16="http://schemas.microsoft.com/office/drawing/2014/main" id="{65B85C08-1DBE-4055-8D6F-73F19C4528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0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 dirty="0"/>
              <a:t>Hier Platzhaltertext einfügen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3866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2691063" y="3860360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ihand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2" name="Freihand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76718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8" name="Bildplatzhalt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9440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3" name="Bildplatzhalt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579190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s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accent2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01 einfügen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Hier Thema 02 einfügen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Bildplatzhalt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9" name="Bildplatzhalt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1762610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ihand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3" name="Freihand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4" name="Freihand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6502"/>
            <a:ext cx="1073019" cy="243867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78926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ihand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7" name="Freihand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38" name="Freihand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2046" y="6345039"/>
            <a:ext cx="1073019" cy="246794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de-DE" noProof="0" dirty="0"/>
              <a:t>Geschäftsführung 01</a:t>
            </a:r>
          </a:p>
        </p:txBody>
      </p:sp>
    </p:spTree>
    <p:extLst>
      <p:ext uri="{BB962C8B-B14F-4D97-AF65-F5344CB8AC3E}">
        <p14:creationId xmlns:p14="http://schemas.microsoft.com/office/powerpoint/2010/main" val="472804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schö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 dirty="0"/>
              <a:t>E-Mail-Adresse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de-DE" noProof="0" dirty="0"/>
              <a:t>Hier Website-URL einfügen</a:t>
            </a:r>
          </a:p>
        </p:txBody>
      </p:sp>
      <p:pic>
        <p:nvPicPr>
          <p:cNvPr id="17" name="Grafik 16" descr="Umschlag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fik 17" descr="Netzwe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419356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15850" y="527841"/>
            <a:ext cx="1745251" cy="401407"/>
          </a:xfrm>
          <a:prstGeom prst="rect">
            <a:avLst/>
          </a:prstGeom>
        </p:spPr>
      </p:pic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17982" y="4623048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613" y="2968096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de-DE" noProof="0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99384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de-DE" noProof="0" dirty="0"/>
              <a:t>Hier Titel einfügen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pic>
        <p:nvPicPr>
          <p:cNvPr id="9" name="Bild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59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 dirty="0"/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ihand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  <p:sp>
            <p:nvSpPr>
              <p:cNvPr id="20" name="Freihand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de-DE" noProof="0" dirty="0"/>
              </a:p>
            </p:txBody>
          </p:sp>
        </p:grpSp>
      </p:grp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17120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ihand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5" name="Freihand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6" name="Freihand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13724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ihand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0" name="Freihand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el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718947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ihand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4" name="Freihand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9" name="Inhaltsplatzhalt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21" name="Bild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el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230641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ihand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16" name="Freihand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105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ihand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2" name="Freihand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  <p:sp>
          <p:nvSpPr>
            <p:cNvPr id="23" name="Freihand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noProof="0" dirty="0"/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>
              <a:solidFill>
                <a:schemeClr val="bg1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pic>
        <p:nvPicPr>
          <p:cNvPr id="13" name="Bild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8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3326" y="640537"/>
            <a:ext cx="1688464" cy="7291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6186" y="1756917"/>
            <a:ext cx="5256530" cy="459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44985" y="6490436"/>
            <a:ext cx="14732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‹Nr.›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5B716E-F937-40F9-B6CA-96B3068BCF36}" type="datetime1">
              <a:rPr lang="de-DE" noProof="0" smtClean="0"/>
              <a:t>02.06.2025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374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7688" y="1439517"/>
            <a:ext cx="5987394" cy="3883715"/>
          </a:xfrm>
        </p:spPr>
        <p:txBody>
          <a:bodyPr rtlCol="0"/>
          <a:lstStyle/>
          <a:p>
            <a:pPr rtl="0"/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</a:t>
            </a:r>
            <a:r>
              <a:rPr lang="de-DE" dirty="0"/>
              <a:t>oftware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r>
              <a:rPr lang="de-DE" dirty="0"/>
              <a:t>ildau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</a:t>
            </a:r>
            <a:r>
              <a:rPr lang="de-DE" dirty="0"/>
              <a:t>nvestment and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de-DE" dirty="0"/>
              <a:t>inancial </a:t>
            </a:r>
            <a:r>
              <a:rPr lang="de-DE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</a:t>
            </a:r>
            <a:r>
              <a:rPr lang="de-DE" dirty="0"/>
              <a:t>rading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98AA37-E298-4CD8-9F0F-2123ACFD9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7688" y="5418483"/>
            <a:ext cx="5143500" cy="503167"/>
          </a:xfrm>
        </p:spPr>
        <p:txBody>
          <a:bodyPr rtlCol="0"/>
          <a:lstStyle/>
          <a:p>
            <a:pPr rtl="0"/>
            <a:r>
              <a:rPr lang="de-DE" dirty="0"/>
              <a:t>SWIFT </a:t>
            </a:r>
          </a:p>
        </p:txBody>
      </p:sp>
      <p:pic>
        <p:nvPicPr>
          <p:cNvPr id="16" name="Bildplatzhalter 15">
            <a:extLst>
              <a:ext uri="{FF2B5EF4-FFF2-40B4-BE49-F238E27FC236}">
                <a16:creationId xmlns:a16="http://schemas.microsoft.com/office/drawing/2014/main" id="{CF942580-3492-48E1-B0BD-8D8901333DC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08847" y="1630679"/>
            <a:ext cx="3883660" cy="4372610"/>
            <a:chOff x="8308847" y="1630679"/>
            <a:chExt cx="3883660" cy="4372610"/>
          </a:xfrm>
        </p:grpSpPr>
        <p:sp>
          <p:nvSpPr>
            <p:cNvPr id="3" name="object 3"/>
            <p:cNvSpPr/>
            <p:nvPr/>
          </p:nvSpPr>
          <p:spPr>
            <a:xfrm>
              <a:off x="8308847" y="1630679"/>
              <a:ext cx="3883660" cy="4372610"/>
            </a:xfrm>
            <a:custGeom>
              <a:avLst/>
              <a:gdLst/>
              <a:ahLst/>
              <a:cxnLst/>
              <a:rect l="l" t="t" r="r" b="b"/>
              <a:pathLst>
                <a:path w="3883659" h="4372610">
                  <a:moveTo>
                    <a:pt x="3883152" y="0"/>
                  </a:moveTo>
                  <a:lnTo>
                    <a:pt x="0" y="0"/>
                  </a:lnTo>
                  <a:lnTo>
                    <a:pt x="0" y="4372356"/>
                  </a:lnTo>
                  <a:lnTo>
                    <a:pt x="3883152" y="4372356"/>
                  </a:lnTo>
                  <a:lnTo>
                    <a:pt x="388315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34371" y="1824227"/>
              <a:ext cx="832485" cy="832485"/>
            </a:xfrm>
            <a:custGeom>
              <a:avLst/>
              <a:gdLst/>
              <a:ahLst/>
              <a:cxnLst/>
              <a:rect l="l" t="t" r="r" b="b"/>
              <a:pathLst>
                <a:path w="832484" h="832485">
                  <a:moveTo>
                    <a:pt x="416051" y="0"/>
                  </a:moveTo>
                  <a:lnTo>
                    <a:pt x="367538" y="2799"/>
                  </a:lnTo>
                  <a:lnTo>
                    <a:pt x="320666" y="10990"/>
                  </a:lnTo>
                  <a:lnTo>
                    <a:pt x="275749" y="24259"/>
                  </a:lnTo>
                  <a:lnTo>
                    <a:pt x="233098" y="42294"/>
                  </a:lnTo>
                  <a:lnTo>
                    <a:pt x="193027" y="64783"/>
                  </a:lnTo>
                  <a:lnTo>
                    <a:pt x="155847" y="91413"/>
                  </a:lnTo>
                  <a:lnTo>
                    <a:pt x="121872" y="121872"/>
                  </a:lnTo>
                  <a:lnTo>
                    <a:pt x="91413" y="155847"/>
                  </a:lnTo>
                  <a:lnTo>
                    <a:pt x="64783" y="193027"/>
                  </a:lnTo>
                  <a:lnTo>
                    <a:pt x="42294" y="233098"/>
                  </a:lnTo>
                  <a:lnTo>
                    <a:pt x="24259" y="275749"/>
                  </a:lnTo>
                  <a:lnTo>
                    <a:pt x="10990" y="320666"/>
                  </a:lnTo>
                  <a:lnTo>
                    <a:pt x="2799" y="367538"/>
                  </a:lnTo>
                  <a:lnTo>
                    <a:pt x="0" y="416051"/>
                  </a:lnTo>
                  <a:lnTo>
                    <a:pt x="2799" y="464565"/>
                  </a:lnTo>
                  <a:lnTo>
                    <a:pt x="10990" y="511437"/>
                  </a:lnTo>
                  <a:lnTo>
                    <a:pt x="24259" y="556354"/>
                  </a:lnTo>
                  <a:lnTo>
                    <a:pt x="42294" y="599005"/>
                  </a:lnTo>
                  <a:lnTo>
                    <a:pt x="64783" y="639076"/>
                  </a:lnTo>
                  <a:lnTo>
                    <a:pt x="91413" y="676256"/>
                  </a:lnTo>
                  <a:lnTo>
                    <a:pt x="121872" y="710231"/>
                  </a:lnTo>
                  <a:lnTo>
                    <a:pt x="155847" y="740690"/>
                  </a:lnTo>
                  <a:lnTo>
                    <a:pt x="193027" y="767320"/>
                  </a:lnTo>
                  <a:lnTo>
                    <a:pt x="233098" y="789809"/>
                  </a:lnTo>
                  <a:lnTo>
                    <a:pt x="275749" y="807844"/>
                  </a:lnTo>
                  <a:lnTo>
                    <a:pt x="320666" y="821113"/>
                  </a:lnTo>
                  <a:lnTo>
                    <a:pt x="367538" y="829304"/>
                  </a:lnTo>
                  <a:lnTo>
                    <a:pt x="416051" y="832104"/>
                  </a:lnTo>
                  <a:lnTo>
                    <a:pt x="464565" y="829304"/>
                  </a:lnTo>
                  <a:lnTo>
                    <a:pt x="511437" y="821113"/>
                  </a:lnTo>
                  <a:lnTo>
                    <a:pt x="556354" y="807844"/>
                  </a:lnTo>
                  <a:lnTo>
                    <a:pt x="599005" y="789809"/>
                  </a:lnTo>
                  <a:lnTo>
                    <a:pt x="639076" y="767320"/>
                  </a:lnTo>
                  <a:lnTo>
                    <a:pt x="676256" y="740690"/>
                  </a:lnTo>
                  <a:lnTo>
                    <a:pt x="710231" y="710231"/>
                  </a:lnTo>
                  <a:lnTo>
                    <a:pt x="740690" y="676256"/>
                  </a:lnTo>
                  <a:lnTo>
                    <a:pt x="767320" y="639076"/>
                  </a:lnTo>
                  <a:lnTo>
                    <a:pt x="789809" y="599005"/>
                  </a:lnTo>
                  <a:lnTo>
                    <a:pt x="807844" y="556354"/>
                  </a:lnTo>
                  <a:lnTo>
                    <a:pt x="821113" y="511437"/>
                  </a:lnTo>
                  <a:lnTo>
                    <a:pt x="829304" y="464565"/>
                  </a:lnTo>
                  <a:lnTo>
                    <a:pt x="832103" y="416051"/>
                  </a:lnTo>
                  <a:lnTo>
                    <a:pt x="829304" y="367538"/>
                  </a:lnTo>
                  <a:lnTo>
                    <a:pt x="821113" y="320666"/>
                  </a:lnTo>
                  <a:lnTo>
                    <a:pt x="807844" y="275749"/>
                  </a:lnTo>
                  <a:lnTo>
                    <a:pt x="789809" y="233098"/>
                  </a:lnTo>
                  <a:lnTo>
                    <a:pt x="767320" y="193027"/>
                  </a:lnTo>
                  <a:lnTo>
                    <a:pt x="740690" y="155847"/>
                  </a:lnTo>
                  <a:lnTo>
                    <a:pt x="710231" y="121872"/>
                  </a:lnTo>
                  <a:lnTo>
                    <a:pt x="676256" y="91413"/>
                  </a:lnTo>
                  <a:lnTo>
                    <a:pt x="639076" y="64783"/>
                  </a:lnTo>
                  <a:lnTo>
                    <a:pt x="599005" y="42294"/>
                  </a:lnTo>
                  <a:lnTo>
                    <a:pt x="556354" y="24259"/>
                  </a:lnTo>
                  <a:lnTo>
                    <a:pt x="511437" y="10990"/>
                  </a:lnTo>
                  <a:lnTo>
                    <a:pt x="464565" y="2799"/>
                  </a:lnTo>
                  <a:lnTo>
                    <a:pt x="416051" y="0"/>
                  </a:lnTo>
                  <a:close/>
                </a:path>
              </a:pathLst>
            </a:custGeom>
            <a:solidFill>
              <a:srgbClr val="0D1D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834371" y="1824227"/>
              <a:ext cx="832485" cy="832485"/>
            </a:xfrm>
            <a:custGeom>
              <a:avLst/>
              <a:gdLst/>
              <a:ahLst/>
              <a:cxnLst/>
              <a:rect l="l" t="t" r="r" b="b"/>
              <a:pathLst>
                <a:path w="832484" h="832485">
                  <a:moveTo>
                    <a:pt x="0" y="416051"/>
                  </a:moveTo>
                  <a:lnTo>
                    <a:pt x="2799" y="367538"/>
                  </a:lnTo>
                  <a:lnTo>
                    <a:pt x="10990" y="320666"/>
                  </a:lnTo>
                  <a:lnTo>
                    <a:pt x="24259" y="275749"/>
                  </a:lnTo>
                  <a:lnTo>
                    <a:pt x="42294" y="233098"/>
                  </a:lnTo>
                  <a:lnTo>
                    <a:pt x="64783" y="193027"/>
                  </a:lnTo>
                  <a:lnTo>
                    <a:pt x="91413" y="155847"/>
                  </a:lnTo>
                  <a:lnTo>
                    <a:pt x="121872" y="121872"/>
                  </a:lnTo>
                  <a:lnTo>
                    <a:pt x="155847" y="91413"/>
                  </a:lnTo>
                  <a:lnTo>
                    <a:pt x="193027" y="64783"/>
                  </a:lnTo>
                  <a:lnTo>
                    <a:pt x="233098" y="42294"/>
                  </a:lnTo>
                  <a:lnTo>
                    <a:pt x="275749" y="24259"/>
                  </a:lnTo>
                  <a:lnTo>
                    <a:pt x="320666" y="10990"/>
                  </a:lnTo>
                  <a:lnTo>
                    <a:pt x="367538" y="2799"/>
                  </a:lnTo>
                  <a:lnTo>
                    <a:pt x="416051" y="0"/>
                  </a:lnTo>
                  <a:lnTo>
                    <a:pt x="464565" y="2799"/>
                  </a:lnTo>
                  <a:lnTo>
                    <a:pt x="511437" y="10990"/>
                  </a:lnTo>
                  <a:lnTo>
                    <a:pt x="556354" y="24259"/>
                  </a:lnTo>
                  <a:lnTo>
                    <a:pt x="599005" y="42294"/>
                  </a:lnTo>
                  <a:lnTo>
                    <a:pt x="639076" y="64783"/>
                  </a:lnTo>
                  <a:lnTo>
                    <a:pt x="676256" y="91413"/>
                  </a:lnTo>
                  <a:lnTo>
                    <a:pt x="710231" y="121872"/>
                  </a:lnTo>
                  <a:lnTo>
                    <a:pt x="740690" y="155847"/>
                  </a:lnTo>
                  <a:lnTo>
                    <a:pt x="767320" y="193027"/>
                  </a:lnTo>
                  <a:lnTo>
                    <a:pt x="789809" y="233098"/>
                  </a:lnTo>
                  <a:lnTo>
                    <a:pt x="807844" y="275749"/>
                  </a:lnTo>
                  <a:lnTo>
                    <a:pt x="821113" y="320666"/>
                  </a:lnTo>
                  <a:lnTo>
                    <a:pt x="829304" y="367538"/>
                  </a:lnTo>
                  <a:lnTo>
                    <a:pt x="832103" y="416051"/>
                  </a:lnTo>
                  <a:lnTo>
                    <a:pt x="829304" y="464565"/>
                  </a:lnTo>
                  <a:lnTo>
                    <a:pt x="821113" y="511437"/>
                  </a:lnTo>
                  <a:lnTo>
                    <a:pt x="807844" y="556354"/>
                  </a:lnTo>
                  <a:lnTo>
                    <a:pt x="789809" y="599005"/>
                  </a:lnTo>
                  <a:lnTo>
                    <a:pt x="767320" y="639076"/>
                  </a:lnTo>
                  <a:lnTo>
                    <a:pt x="740690" y="676256"/>
                  </a:lnTo>
                  <a:lnTo>
                    <a:pt x="710231" y="710231"/>
                  </a:lnTo>
                  <a:lnTo>
                    <a:pt x="676256" y="740690"/>
                  </a:lnTo>
                  <a:lnTo>
                    <a:pt x="639076" y="767320"/>
                  </a:lnTo>
                  <a:lnTo>
                    <a:pt x="599005" y="789809"/>
                  </a:lnTo>
                  <a:lnTo>
                    <a:pt x="556354" y="807844"/>
                  </a:lnTo>
                  <a:lnTo>
                    <a:pt x="511437" y="821113"/>
                  </a:lnTo>
                  <a:lnTo>
                    <a:pt x="464565" y="829304"/>
                  </a:lnTo>
                  <a:lnTo>
                    <a:pt x="416051" y="832104"/>
                  </a:lnTo>
                  <a:lnTo>
                    <a:pt x="367538" y="829304"/>
                  </a:lnTo>
                  <a:lnTo>
                    <a:pt x="320666" y="821113"/>
                  </a:lnTo>
                  <a:lnTo>
                    <a:pt x="275749" y="807844"/>
                  </a:lnTo>
                  <a:lnTo>
                    <a:pt x="233098" y="789809"/>
                  </a:lnTo>
                  <a:lnTo>
                    <a:pt x="193027" y="767320"/>
                  </a:lnTo>
                  <a:lnTo>
                    <a:pt x="155847" y="740690"/>
                  </a:lnTo>
                  <a:lnTo>
                    <a:pt x="121872" y="710231"/>
                  </a:lnTo>
                  <a:lnTo>
                    <a:pt x="91413" y="676256"/>
                  </a:lnTo>
                  <a:lnTo>
                    <a:pt x="64783" y="639076"/>
                  </a:lnTo>
                  <a:lnTo>
                    <a:pt x="42294" y="599005"/>
                  </a:lnTo>
                  <a:lnTo>
                    <a:pt x="24259" y="556354"/>
                  </a:lnTo>
                  <a:lnTo>
                    <a:pt x="10990" y="511437"/>
                  </a:lnTo>
                  <a:lnTo>
                    <a:pt x="2799" y="464565"/>
                  </a:lnTo>
                  <a:lnTo>
                    <a:pt x="0" y="416051"/>
                  </a:lnTo>
                  <a:close/>
                </a:path>
              </a:pathLst>
            </a:custGeom>
            <a:ln w="12700">
              <a:solidFill>
                <a:srgbClr val="0D1D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1630679"/>
            <a:ext cx="3883660" cy="4372610"/>
            <a:chOff x="0" y="1630679"/>
            <a:chExt cx="3883660" cy="4372610"/>
          </a:xfrm>
        </p:grpSpPr>
        <p:sp>
          <p:nvSpPr>
            <p:cNvPr id="7" name="object 7"/>
            <p:cNvSpPr/>
            <p:nvPr/>
          </p:nvSpPr>
          <p:spPr>
            <a:xfrm>
              <a:off x="0" y="1630679"/>
              <a:ext cx="3883660" cy="4372610"/>
            </a:xfrm>
            <a:custGeom>
              <a:avLst/>
              <a:gdLst/>
              <a:ahLst/>
              <a:cxnLst/>
              <a:rect l="l" t="t" r="r" b="b"/>
              <a:pathLst>
                <a:path w="3883660" h="4372610">
                  <a:moveTo>
                    <a:pt x="3883152" y="0"/>
                  </a:moveTo>
                  <a:lnTo>
                    <a:pt x="0" y="0"/>
                  </a:lnTo>
                  <a:lnTo>
                    <a:pt x="0" y="4372356"/>
                  </a:lnTo>
                  <a:lnTo>
                    <a:pt x="3883152" y="4372356"/>
                  </a:lnTo>
                  <a:lnTo>
                    <a:pt x="388315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25524" y="1824227"/>
              <a:ext cx="832485" cy="832485"/>
            </a:xfrm>
            <a:custGeom>
              <a:avLst/>
              <a:gdLst/>
              <a:ahLst/>
              <a:cxnLst/>
              <a:rect l="l" t="t" r="r" b="b"/>
              <a:pathLst>
                <a:path w="832485" h="832485">
                  <a:moveTo>
                    <a:pt x="416051" y="0"/>
                  </a:moveTo>
                  <a:lnTo>
                    <a:pt x="367538" y="2799"/>
                  </a:lnTo>
                  <a:lnTo>
                    <a:pt x="320666" y="10990"/>
                  </a:lnTo>
                  <a:lnTo>
                    <a:pt x="275749" y="24259"/>
                  </a:lnTo>
                  <a:lnTo>
                    <a:pt x="233098" y="42294"/>
                  </a:lnTo>
                  <a:lnTo>
                    <a:pt x="193027" y="64783"/>
                  </a:lnTo>
                  <a:lnTo>
                    <a:pt x="155847" y="91413"/>
                  </a:lnTo>
                  <a:lnTo>
                    <a:pt x="121872" y="121872"/>
                  </a:lnTo>
                  <a:lnTo>
                    <a:pt x="91413" y="155847"/>
                  </a:lnTo>
                  <a:lnTo>
                    <a:pt x="64783" y="193027"/>
                  </a:lnTo>
                  <a:lnTo>
                    <a:pt x="42294" y="233098"/>
                  </a:lnTo>
                  <a:lnTo>
                    <a:pt x="24259" y="275749"/>
                  </a:lnTo>
                  <a:lnTo>
                    <a:pt x="10990" y="320666"/>
                  </a:lnTo>
                  <a:lnTo>
                    <a:pt x="2799" y="367538"/>
                  </a:lnTo>
                  <a:lnTo>
                    <a:pt x="0" y="416051"/>
                  </a:lnTo>
                  <a:lnTo>
                    <a:pt x="2799" y="464565"/>
                  </a:lnTo>
                  <a:lnTo>
                    <a:pt x="10990" y="511437"/>
                  </a:lnTo>
                  <a:lnTo>
                    <a:pt x="24259" y="556354"/>
                  </a:lnTo>
                  <a:lnTo>
                    <a:pt x="42294" y="599005"/>
                  </a:lnTo>
                  <a:lnTo>
                    <a:pt x="64783" y="639076"/>
                  </a:lnTo>
                  <a:lnTo>
                    <a:pt x="91413" y="676256"/>
                  </a:lnTo>
                  <a:lnTo>
                    <a:pt x="121872" y="710231"/>
                  </a:lnTo>
                  <a:lnTo>
                    <a:pt x="155847" y="740690"/>
                  </a:lnTo>
                  <a:lnTo>
                    <a:pt x="193027" y="767320"/>
                  </a:lnTo>
                  <a:lnTo>
                    <a:pt x="233098" y="789809"/>
                  </a:lnTo>
                  <a:lnTo>
                    <a:pt x="275749" y="807844"/>
                  </a:lnTo>
                  <a:lnTo>
                    <a:pt x="320666" y="821113"/>
                  </a:lnTo>
                  <a:lnTo>
                    <a:pt x="367538" y="829304"/>
                  </a:lnTo>
                  <a:lnTo>
                    <a:pt x="416051" y="832104"/>
                  </a:lnTo>
                  <a:lnTo>
                    <a:pt x="464565" y="829304"/>
                  </a:lnTo>
                  <a:lnTo>
                    <a:pt x="511437" y="821113"/>
                  </a:lnTo>
                  <a:lnTo>
                    <a:pt x="556354" y="807844"/>
                  </a:lnTo>
                  <a:lnTo>
                    <a:pt x="599005" y="789809"/>
                  </a:lnTo>
                  <a:lnTo>
                    <a:pt x="639076" y="767320"/>
                  </a:lnTo>
                  <a:lnTo>
                    <a:pt x="676256" y="740690"/>
                  </a:lnTo>
                  <a:lnTo>
                    <a:pt x="710231" y="710231"/>
                  </a:lnTo>
                  <a:lnTo>
                    <a:pt x="740690" y="676256"/>
                  </a:lnTo>
                  <a:lnTo>
                    <a:pt x="767320" y="639076"/>
                  </a:lnTo>
                  <a:lnTo>
                    <a:pt x="789809" y="599005"/>
                  </a:lnTo>
                  <a:lnTo>
                    <a:pt x="807844" y="556354"/>
                  </a:lnTo>
                  <a:lnTo>
                    <a:pt x="821113" y="511437"/>
                  </a:lnTo>
                  <a:lnTo>
                    <a:pt x="829304" y="464565"/>
                  </a:lnTo>
                  <a:lnTo>
                    <a:pt x="832103" y="416051"/>
                  </a:lnTo>
                  <a:lnTo>
                    <a:pt x="829304" y="367538"/>
                  </a:lnTo>
                  <a:lnTo>
                    <a:pt x="821113" y="320666"/>
                  </a:lnTo>
                  <a:lnTo>
                    <a:pt x="807844" y="275749"/>
                  </a:lnTo>
                  <a:lnTo>
                    <a:pt x="789809" y="233098"/>
                  </a:lnTo>
                  <a:lnTo>
                    <a:pt x="767320" y="193027"/>
                  </a:lnTo>
                  <a:lnTo>
                    <a:pt x="740690" y="155847"/>
                  </a:lnTo>
                  <a:lnTo>
                    <a:pt x="710231" y="121872"/>
                  </a:lnTo>
                  <a:lnTo>
                    <a:pt x="676256" y="91413"/>
                  </a:lnTo>
                  <a:lnTo>
                    <a:pt x="639076" y="64783"/>
                  </a:lnTo>
                  <a:lnTo>
                    <a:pt x="599005" y="42294"/>
                  </a:lnTo>
                  <a:lnTo>
                    <a:pt x="556354" y="24259"/>
                  </a:lnTo>
                  <a:lnTo>
                    <a:pt x="511437" y="10990"/>
                  </a:lnTo>
                  <a:lnTo>
                    <a:pt x="464565" y="2799"/>
                  </a:lnTo>
                  <a:lnTo>
                    <a:pt x="416051" y="0"/>
                  </a:lnTo>
                  <a:close/>
                </a:path>
              </a:pathLst>
            </a:custGeom>
            <a:solidFill>
              <a:srgbClr val="2C5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25524" y="1824227"/>
              <a:ext cx="832485" cy="832485"/>
            </a:xfrm>
            <a:custGeom>
              <a:avLst/>
              <a:gdLst/>
              <a:ahLst/>
              <a:cxnLst/>
              <a:rect l="l" t="t" r="r" b="b"/>
              <a:pathLst>
                <a:path w="832485" h="832485">
                  <a:moveTo>
                    <a:pt x="0" y="416051"/>
                  </a:moveTo>
                  <a:lnTo>
                    <a:pt x="2799" y="367538"/>
                  </a:lnTo>
                  <a:lnTo>
                    <a:pt x="10990" y="320666"/>
                  </a:lnTo>
                  <a:lnTo>
                    <a:pt x="24259" y="275749"/>
                  </a:lnTo>
                  <a:lnTo>
                    <a:pt x="42294" y="233098"/>
                  </a:lnTo>
                  <a:lnTo>
                    <a:pt x="64783" y="193027"/>
                  </a:lnTo>
                  <a:lnTo>
                    <a:pt x="91413" y="155847"/>
                  </a:lnTo>
                  <a:lnTo>
                    <a:pt x="121872" y="121872"/>
                  </a:lnTo>
                  <a:lnTo>
                    <a:pt x="155847" y="91413"/>
                  </a:lnTo>
                  <a:lnTo>
                    <a:pt x="193027" y="64783"/>
                  </a:lnTo>
                  <a:lnTo>
                    <a:pt x="233098" y="42294"/>
                  </a:lnTo>
                  <a:lnTo>
                    <a:pt x="275749" y="24259"/>
                  </a:lnTo>
                  <a:lnTo>
                    <a:pt x="320666" y="10990"/>
                  </a:lnTo>
                  <a:lnTo>
                    <a:pt x="367538" y="2799"/>
                  </a:lnTo>
                  <a:lnTo>
                    <a:pt x="416051" y="0"/>
                  </a:lnTo>
                  <a:lnTo>
                    <a:pt x="464565" y="2799"/>
                  </a:lnTo>
                  <a:lnTo>
                    <a:pt x="511437" y="10990"/>
                  </a:lnTo>
                  <a:lnTo>
                    <a:pt x="556354" y="24259"/>
                  </a:lnTo>
                  <a:lnTo>
                    <a:pt x="599005" y="42294"/>
                  </a:lnTo>
                  <a:lnTo>
                    <a:pt x="639076" y="64783"/>
                  </a:lnTo>
                  <a:lnTo>
                    <a:pt x="676256" y="91413"/>
                  </a:lnTo>
                  <a:lnTo>
                    <a:pt x="710231" y="121872"/>
                  </a:lnTo>
                  <a:lnTo>
                    <a:pt x="740690" y="155847"/>
                  </a:lnTo>
                  <a:lnTo>
                    <a:pt x="767320" y="193027"/>
                  </a:lnTo>
                  <a:lnTo>
                    <a:pt x="789809" y="233098"/>
                  </a:lnTo>
                  <a:lnTo>
                    <a:pt x="807844" y="275749"/>
                  </a:lnTo>
                  <a:lnTo>
                    <a:pt x="821113" y="320666"/>
                  </a:lnTo>
                  <a:lnTo>
                    <a:pt x="829304" y="367538"/>
                  </a:lnTo>
                  <a:lnTo>
                    <a:pt x="832103" y="416051"/>
                  </a:lnTo>
                  <a:lnTo>
                    <a:pt x="829304" y="464565"/>
                  </a:lnTo>
                  <a:lnTo>
                    <a:pt x="821113" y="511437"/>
                  </a:lnTo>
                  <a:lnTo>
                    <a:pt x="807844" y="556354"/>
                  </a:lnTo>
                  <a:lnTo>
                    <a:pt x="789809" y="599005"/>
                  </a:lnTo>
                  <a:lnTo>
                    <a:pt x="767320" y="639076"/>
                  </a:lnTo>
                  <a:lnTo>
                    <a:pt x="740690" y="676256"/>
                  </a:lnTo>
                  <a:lnTo>
                    <a:pt x="710231" y="710231"/>
                  </a:lnTo>
                  <a:lnTo>
                    <a:pt x="676256" y="740690"/>
                  </a:lnTo>
                  <a:lnTo>
                    <a:pt x="639076" y="767320"/>
                  </a:lnTo>
                  <a:lnTo>
                    <a:pt x="599005" y="789809"/>
                  </a:lnTo>
                  <a:lnTo>
                    <a:pt x="556354" y="807844"/>
                  </a:lnTo>
                  <a:lnTo>
                    <a:pt x="511437" y="821113"/>
                  </a:lnTo>
                  <a:lnTo>
                    <a:pt x="464565" y="829304"/>
                  </a:lnTo>
                  <a:lnTo>
                    <a:pt x="416051" y="832104"/>
                  </a:lnTo>
                  <a:lnTo>
                    <a:pt x="367538" y="829304"/>
                  </a:lnTo>
                  <a:lnTo>
                    <a:pt x="320666" y="821113"/>
                  </a:lnTo>
                  <a:lnTo>
                    <a:pt x="275749" y="807844"/>
                  </a:lnTo>
                  <a:lnTo>
                    <a:pt x="233098" y="789809"/>
                  </a:lnTo>
                  <a:lnTo>
                    <a:pt x="193027" y="767320"/>
                  </a:lnTo>
                  <a:lnTo>
                    <a:pt x="155847" y="740690"/>
                  </a:lnTo>
                  <a:lnTo>
                    <a:pt x="121872" y="710231"/>
                  </a:lnTo>
                  <a:lnTo>
                    <a:pt x="91413" y="676256"/>
                  </a:lnTo>
                  <a:lnTo>
                    <a:pt x="64783" y="639076"/>
                  </a:lnTo>
                  <a:lnTo>
                    <a:pt x="42294" y="599005"/>
                  </a:lnTo>
                  <a:lnTo>
                    <a:pt x="24259" y="556354"/>
                  </a:lnTo>
                  <a:lnTo>
                    <a:pt x="10990" y="511437"/>
                  </a:lnTo>
                  <a:lnTo>
                    <a:pt x="2799" y="464565"/>
                  </a:lnTo>
                  <a:lnTo>
                    <a:pt x="0" y="416051"/>
                  </a:lnTo>
                  <a:close/>
                </a:path>
              </a:pathLst>
            </a:custGeom>
            <a:ln w="12700">
              <a:solidFill>
                <a:srgbClr val="2C55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16636" y="0"/>
            <a:ext cx="1257300" cy="94615"/>
          </a:xfrm>
          <a:custGeom>
            <a:avLst/>
            <a:gdLst/>
            <a:ahLst/>
            <a:cxnLst/>
            <a:rect l="l" t="t" r="r" b="b"/>
            <a:pathLst>
              <a:path w="1257300" h="94615">
                <a:moveTo>
                  <a:pt x="1257300" y="0"/>
                </a:moveTo>
                <a:lnTo>
                  <a:pt x="0" y="0"/>
                </a:lnTo>
                <a:lnTo>
                  <a:pt x="0" y="94488"/>
                </a:lnTo>
                <a:lnTo>
                  <a:pt x="1257300" y="94488"/>
                </a:lnTo>
                <a:lnTo>
                  <a:pt x="1257300" y="0"/>
                </a:lnTo>
                <a:close/>
              </a:path>
            </a:pathLst>
          </a:custGeom>
          <a:solidFill>
            <a:srgbClr val="0071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16" y="6365880"/>
            <a:ext cx="658042" cy="20395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1372088" y="640994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445" y="0"/>
                </a:moveTo>
                <a:lnTo>
                  <a:pt x="95390" y="7109"/>
                </a:lnTo>
                <a:lnTo>
                  <a:pt x="57113" y="26905"/>
                </a:lnTo>
                <a:lnTo>
                  <a:pt x="26919" y="57091"/>
                </a:lnTo>
                <a:lnTo>
                  <a:pt x="7114" y="95370"/>
                </a:lnTo>
                <a:lnTo>
                  <a:pt x="0" y="139445"/>
                </a:lnTo>
                <a:lnTo>
                  <a:pt x="7114" y="183521"/>
                </a:lnTo>
                <a:lnTo>
                  <a:pt x="26919" y="221800"/>
                </a:lnTo>
                <a:lnTo>
                  <a:pt x="57113" y="251986"/>
                </a:lnTo>
                <a:lnTo>
                  <a:pt x="95390" y="271782"/>
                </a:lnTo>
                <a:lnTo>
                  <a:pt x="139445" y="278891"/>
                </a:lnTo>
                <a:lnTo>
                  <a:pt x="183501" y="271782"/>
                </a:lnTo>
                <a:lnTo>
                  <a:pt x="221778" y="251986"/>
                </a:lnTo>
                <a:lnTo>
                  <a:pt x="251972" y="221800"/>
                </a:lnTo>
                <a:lnTo>
                  <a:pt x="271777" y="183521"/>
                </a:lnTo>
                <a:lnTo>
                  <a:pt x="278891" y="139445"/>
                </a:lnTo>
                <a:lnTo>
                  <a:pt x="271777" y="95370"/>
                </a:lnTo>
                <a:lnTo>
                  <a:pt x="251972" y="57091"/>
                </a:lnTo>
                <a:lnTo>
                  <a:pt x="221778" y="26905"/>
                </a:lnTo>
                <a:lnTo>
                  <a:pt x="183501" y="7109"/>
                </a:lnTo>
                <a:lnTo>
                  <a:pt x="139445" y="0"/>
                </a:lnTo>
                <a:close/>
              </a:path>
            </a:pathLst>
          </a:custGeom>
          <a:solidFill>
            <a:srgbClr val="0071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SPRINT</a:t>
            </a:r>
            <a:r>
              <a:rPr spc="-10" dirty="0"/>
              <a:t> </a:t>
            </a:r>
            <a:r>
              <a:rPr spc="-50" dirty="0"/>
              <a:t>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0" y="1630679"/>
            <a:ext cx="3883660" cy="4372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latin typeface="Corbel"/>
                <a:cs typeface="Corbel"/>
              </a:rPr>
              <a:t>ZIELE</a:t>
            </a:r>
            <a:endParaRPr sz="1800">
              <a:latin typeface="Corbel"/>
              <a:cs typeface="Corbel"/>
            </a:endParaRPr>
          </a:p>
          <a:p>
            <a:pPr marL="647065" indent="-286385">
              <a:lnSpc>
                <a:spcPct val="100000"/>
              </a:lnSpc>
              <a:spcBef>
                <a:spcPts val="810"/>
              </a:spcBef>
              <a:buFont typeface="Arial"/>
              <a:buChar char="•"/>
              <a:tabLst>
                <a:tab pos="647065" algn="l"/>
              </a:tabLst>
            </a:pPr>
            <a:r>
              <a:rPr sz="1600" spc="-10" dirty="0">
                <a:latin typeface="Calibri"/>
                <a:cs typeface="Calibri"/>
              </a:rPr>
              <a:t>Portfolio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Realisierung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vorantreiben</a:t>
            </a:r>
            <a:endParaRPr sz="1600">
              <a:latin typeface="Calibri"/>
              <a:cs typeface="Calibri"/>
            </a:endParaRPr>
          </a:p>
          <a:p>
            <a:pPr marL="534670" indent="-286385">
              <a:lnSpc>
                <a:spcPts val="1825"/>
              </a:lnSpc>
              <a:spcBef>
                <a:spcPts val="805"/>
              </a:spcBef>
              <a:buFont typeface="Arial"/>
              <a:buChar char="•"/>
              <a:tabLst>
                <a:tab pos="534670" algn="l"/>
              </a:tabLst>
            </a:pPr>
            <a:r>
              <a:rPr sz="1600" dirty="0">
                <a:latin typeface="Calibri"/>
                <a:cs typeface="Calibri"/>
              </a:rPr>
              <a:t>Anbinden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Homepage,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Cash-</a:t>
            </a:r>
            <a:r>
              <a:rPr sz="1600" spc="-10" dirty="0">
                <a:latin typeface="Calibri"/>
                <a:cs typeface="Calibri"/>
              </a:rPr>
              <a:t>Seite,</a:t>
            </a:r>
            <a:endParaRPr sz="1600">
              <a:latin typeface="Calibri"/>
              <a:cs typeface="Calibri"/>
            </a:endParaRPr>
          </a:p>
          <a:p>
            <a:pPr marL="1534795" marR="671195" indent="-570230">
              <a:lnSpc>
                <a:spcPts val="1730"/>
              </a:lnSpc>
              <a:spcBef>
                <a:spcPts val="120"/>
              </a:spcBef>
            </a:pPr>
            <a:r>
              <a:rPr sz="1600" spc="-10" dirty="0">
                <a:latin typeface="Calibri"/>
                <a:cs typeface="Calibri"/>
              </a:rPr>
              <a:t>Einzelaktienseite,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Kaufseite Verkaufsseite</a:t>
            </a:r>
            <a:endParaRPr sz="1600">
              <a:latin typeface="Calibri"/>
              <a:cs typeface="Calibri"/>
            </a:endParaRPr>
          </a:p>
          <a:p>
            <a:pPr marL="687070" lvl="1" indent="-286385">
              <a:lnSpc>
                <a:spcPts val="1825"/>
              </a:lnSpc>
              <a:spcBef>
                <a:spcPts val="790"/>
              </a:spcBef>
              <a:buFont typeface="Arial"/>
              <a:buChar char="•"/>
              <a:tabLst>
                <a:tab pos="687070" algn="l"/>
              </a:tabLst>
            </a:pPr>
            <a:r>
              <a:rPr sz="1600" spc="-10" dirty="0">
                <a:latin typeface="Calibri"/>
                <a:cs typeface="Calibri"/>
              </a:rPr>
              <a:t>Mehrbenutzerfähigkeit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Google</a:t>
            </a:r>
            <a:endParaRPr sz="1600">
              <a:latin typeface="Calibri"/>
              <a:cs typeface="Calibri"/>
            </a:endParaRPr>
          </a:p>
          <a:p>
            <a:pPr marL="1405255">
              <a:lnSpc>
                <a:spcPts val="1825"/>
              </a:lnSpc>
            </a:pPr>
            <a:r>
              <a:rPr sz="1600" dirty="0">
                <a:latin typeface="Calibri"/>
                <a:cs typeface="Calibri"/>
              </a:rPr>
              <a:t>Login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einpflegen</a:t>
            </a:r>
            <a:endParaRPr sz="1600">
              <a:latin typeface="Calibri"/>
              <a:cs typeface="Calibri"/>
            </a:endParaRPr>
          </a:p>
          <a:p>
            <a:pPr marL="935355" lvl="2" indent="-28638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935355" algn="l"/>
              </a:tabLst>
            </a:pPr>
            <a:r>
              <a:rPr sz="1600" spc="-10" dirty="0">
                <a:latin typeface="Calibri"/>
                <a:cs typeface="Calibri"/>
              </a:rPr>
              <a:t>Webapp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erreichbar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machen</a:t>
            </a:r>
            <a:endParaRPr sz="1600">
              <a:latin typeface="Calibri"/>
              <a:cs typeface="Calibri"/>
            </a:endParaRPr>
          </a:p>
          <a:p>
            <a:pPr marL="525145" indent="-286385">
              <a:lnSpc>
                <a:spcPts val="1825"/>
              </a:lnSpc>
              <a:spcBef>
                <a:spcPts val="810"/>
              </a:spcBef>
              <a:buFont typeface="Arial"/>
              <a:buChar char="•"/>
              <a:tabLst>
                <a:tab pos="525145" algn="l"/>
              </a:tabLst>
            </a:pPr>
            <a:r>
              <a:rPr sz="1600" spc="-10" dirty="0">
                <a:latin typeface="Calibri"/>
                <a:cs typeface="Calibri"/>
              </a:rPr>
              <a:t>Frontend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Backend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sollen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dem</a:t>
            </a:r>
            <a:endParaRPr sz="1600">
              <a:latin typeface="Calibri"/>
              <a:cs typeface="Calibri"/>
            </a:endParaRPr>
          </a:p>
          <a:p>
            <a:pPr marL="1537970">
              <a:lnSpc>
                <a:spcPts val="1825"/>
              </a:lnSpc>
            </a:pPr>
            <a:r>
              <a:rPr sz="1600" dirty="0">
                <a:latin typeface="Calibri"/>
                <a:cs typeface="Calibri"/>
              </a:rPr>
              <a:t>Server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laufen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18309" y="2655468"/>
            <a:ext cx="3874135" cy="278638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52220">
              <a:lnSpc>
                <a:spcPct val="100000"/>
              </a:lnSpc>
              <a:spcBef>
                <a:spcPts val="1085"/>
              </a:spcBef>
            </a:pPr>
            <a:r>
              <a:rPr sz="1800" b="1" spc="-10" dirty="0">
                <a:latin typeface="Corbel"/>
                <a:cs typeface="Corbel"/>
              </a:rPr>
              <a:t>UMSETZUNG</a:t>
            </a:r>
            <a:endParaRPr sz="1800">
              <a:latin typeface="Corbel"/>
              <a:cs typeface="Corbel"/>
            </a:endParaRPr>
          </a:p>
          <a:p>
            <a:pPr marL="518159" marR="232410" indent="-287655">
              <a:lnSpc>
                <a:spcPts val="1620"/>
              </a:lnSpc>
              <a:spcBef>
                <a:spcPts val="1030"/>
              </a:spcBef>
              <a:buFont typeface="Arial"/>
              <a:buChar char="•"/>
              <a:tabLst>
                <a:tab pos="618490" algn="l"/>
              </a:tabLst>
            </a:pPr>
            <a:r>
              <a:rPr sz="1500" dirty="0">
                <a:latin typeface="Calibri"/>
                <a:cs typeface="Calibri"/>
              </a:rPr>
              <a:t>Sehr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viele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neue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Backend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Routen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erstellt, 	</a:t>
            </a:r>
            <a:r>
              <a:rPr sz="1500" dirty="0">
                <a:latin typeface="Calibri"/>
                <a:cs typeface="Calibri"/>
              </a:rPr>
              <a:t>sowie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Funktionalitäten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im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API-Service</a:t>
            </a:r>
            <a:endParaRPr sz="1500">
              <a:latin typeface="Calibri"/>
              <a:cs typeface="Calibri"/>
            </a:endParaRPr>
          </a:p>
          <a:p>
            <a:pPr marL="608330" marR="325120" lvl="1" indent="-287020">
              <a:lnSpc>
                <a:spcPts val="1620"/>
              </a:lnSpc>
              <a:spcBef>
                <a:spcPts val="1000"/>
              </a:spcBef>
              <a:buFont typeface="Arial"/>
              <a:buChar char="•"/>
              <a:tabLst>
                <a:tab pos="1135380" algn="l"/>
              </a:tabLst>
            </a:pPr>
            <a:r>
              <a:rPr sz="1500" spc="-10" dirty="0">
                <a:latin typeface="Calibri"/>
                <a:cs typeface="Calibri"/>
              </a:rPr>
              <a:t>Anbindungen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von</a:t>
            </a:r>
            <a:r>
              <a:rPr sz="1500" spc="-10" dirty="0">
                <a:latin typeface="Calibri"/>
                <a:cs typeface="Calibri"/>
              </a:rPr>
              <a:t> weiteren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Routen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im 	</a:t>
            </a:r>
            <a:r>
              <a:rPr sz="1500" spc="-10" dirty="0">
                <a:latin typeface="Calibri"/>
                <a:cs typeface="Calibri"/>
              </a:rPr>
              <a:t>Frontend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vorgenommen</a:t>
            </a:r>
            <a:endParaRPr sz="1500">
              <a:latin typeface="Calibri"/>
              <a:cs typeface="Calibri"/>
            </a:endParaRPr>
          </a:p>
          <a:p>
            <a:pPr marL="705485" marR="422909" lvl="2" indent="-287020">
              <a:lnSpc>
                <a:spcPts val="1620"/>
              </a:lnSpc>
              <a:spcBef>
                <a:spcPts val="1005"/>
              </a:spcBef>
              <a:buFont typeface="Arial"/>
              <a:buChar char="•"/>
              <a:tabLst>
                <a:tab pos="827405" algn="l"/>
              </a:tabLst>
            </a:pPr>
            <a:r>
              <a:rPr sz="1500" spc="-10" dirty="0">
                <a:latin typeface="Calibri"/>
                <a:cs typeface="Calibri"/>
              </a:rPr>
              <a:t>Mehrbenutzerfähigkeit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eingepflegt, 	</a:t>
            </a:r>
            <a:r>
              <a:rPr sz="1500" dirty="0">
                <a:latin typeface="Calibri"/>
                <a:cs typeface="Calibri"/>
              </a:rPr>
              <a:t>sowohl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im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Frontend,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auch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im</a:t>
            </a:r>
            <a:endParaRPr sz="1500">
              <a:latin typeface="Calibri"/>
              <a:cs typeface="Calibri"/>
            </a:endParaRPr>
          </a:p>
          <a:p>
            <a:pPr marL="1749425">
              <a:lnSpc>
                <a:spcPts val="1595"/>
              </a:lnSpc>
            </a:pPr>
            <a:r>
              <a:rPr sz="1500" spc="-10" dirty="0">
                <a:latin typeface="Calibri"/>
                <a:cs typeface="Calibri"/>
              </a:rPr>
              <a:t>Backend</a:t>
            </a:r>
            <a:endParaRPr sz="1500">
              <a:latin typeface="Calibri"/>
              <a:cs typeface="Calibri"/>
            </a:endParaRPr>
          </a:p>
          <a:p>
            <a:pPr marL="762000" lvl="3" indent="-286385">
              <a:lnSpc>
                <a:spcPts val="1710"/>
              </a:lnSpc>
              <a:spcBef>
                <a:spcPts val="815"/>
              </a:spcBef>
              <a:buFont typeface="Arial"/>
              <a:buChar char="•"/>
              <a:tabLst>
                <a:tab pos="762000" algn="l"/>
              </a:tabLst>
            </a:pPr>
            <a:r>
              <a:rPr sz="1500" dirty="0">
                <a:latin typeface="Calibri"/>
                <a:cs typeface="Calibri"/>
              </a:rPr>
              <a:t>Alle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Komponenten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liegen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auf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dem</a:t>
            </a:r>
            <a:endParaRPr sz="1500">
              <a:latin typeface="Calibri"/>
              <a:cs typeface="Calibri"/>
            </a:endParaRPr>
          </a:p>
          <a:p>
            <a:pPr marL="534670">
              <a:lnSpc>
                <a:spcPts val="1710"/>
              </a:lnSpc>
            </a:pPr>
            <a:r>
              <a:rPr sz="1500" dirty="0">
                <a:latin typeface="Calibri"/>
                <a:cs typeface="Calibri"/>
              </a:rPr>
              <a:t>Server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kommunizieren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miteinander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45932" y="1946211"/>
            <a:ext cx="379095" cy="612140"/>
          </a:xfrm>
          <a:custGeom>
            <a:avLst/>
            <a:gdLst/>
            <a:ahLst/>
            <a:cxnLst/>
            <a:rect l="l" t="t" r="r" b="b"/>
            <a:pathLst>
              <a:path w="379094" h="612139">
                <a:moveTo>
                  <a:pt x="236931" y="567867"/>
                </a:moveTo>
                <a:lnTo>
                  <a:pt x="142151" y="567867"/>
                </a:lnTo>
                <a:lnTo>
                  <a:pt x="147002" y="585139"/>
                </a:lnTo>
                <a:lnTo>
                  <a:pt x="157378" y="598995"/>
                </a:lnTo>
                <a:lnTo>
                  <a:pt x="171983" y="608215"/>
                </a:lnTo>
                <a:lnTo>
                  <a:pt x="189547" y="611555"/>
                </a:lnTo>
                <a:lnTo>
                  <a:pt x="207098" y="608215"/>
                </a:lnTo>
                <a:lnTo>
                  <a:pt x="221703" y="598995"/>
                </a:lnTo>
                <a:lnTo>
                  <a:pt x="232092" y="585139"/>
                </a:lnTo>
                <a:lnTo>
                  <a:pt x="236931" y="567867"/>
                </a:lnTo>
                <a:close/>
              </a:path>
              <a:path w="379094" h="612139">
                <a:moveTo>
                  <a:pt x="284314" y="516915"/>
                </a:moveTo>
                <a:lnTo>
                  <a:pt x="282638" y="508279"/>
                </a:lnTo>
                <a:lnTo>
                  <a:pt x="278028" y="501345"/>
                </a:lnTo>
                <a:lnTo>
                  <a:pt x="271094" y="496747"/>
                </a:lnTo>
                <a:lnTo>
                  <a:pt x="262445" y="495071"/>
                </a:lnTo>
                <a:lnTo>
                  <a:pt x="116636" y="495071"/>
                </a:lnTo>
                <a:lnTo>
                  <a:pt x="108000" y="496747"/>
                </a:lnTo>
                <a:lnTo>
                  <a:pt x="101053" y="501345"/>
                </a:lnTo>
                <a:lnTo>
                  <a:pt x="96443" y="508279"/>
                </a:lnTo>
                <a:lnTo>
                  <a:pt x="94767" y="516915"/>
                </a:lnTo>
                <a:lnTo>
                  <a:pt x="96443" y="525551"/>
                </a:lnTo>
                <a:lnTo>
                  <a:pt x="101053" y="532472"/>
                </a:lnTo>
                <a:lnTo>
                  <a:pt x="108000" y="537083"/>
                </a:lnTo>
                <a:lnTo>
                  <a:pt x="116636" y="538746"/>
                </a:lnTo>
                <a:lnTo>
                  <a:pt x="262445" y="538746"/>
                </a:lnTo>
                <a:lnTo>
                  <a:pt x="271094" y="537083"/>
                </a:lnTo>
                <a:lnTo>
                  <a:pt x="278028" y="532472"/>
                </a:lnTo>
                <a:lnTo>
                  <a:pt x="282638" y="525551"/>
                </a:lnTo>
                <a:lnTo>
                  <a:pt x="284314" y="516915"/>
                </a:lnTo>
                <a:close/>
              </a:path>
              <a:path w="379094" h="612139">
                <a:moveTo>
                  <a:pt x="284314" y="444106"/>
                </a:moveTo>
                <a:lnTo>
                  <a:pt x="282638" y="435470"/>
                </a:lnTo>
                <a:lnTo>
                  <a:pt x="278028" y="428548"/>
                </a:lnTo>
                <a:lnTo>
                  <a:pt x="271094" y="423938"/>
                </a:lnTo>
                <a:lnTo>
                  <a:pt x="262445" y="422275"/>
                </a:lnTo>
                <a:lnTo>
                  <a:pt x="116636" y="422275"/>
                </a:lnTo>
                <a:lnTo>
                  <a:pt x="108000" y="423938"/>
                </a:lnTo>
                <a:lnTo>
                  <a:pt x="101053" y="428548"/>
                </a:lnTo>
                <a:lnTo>
                  <a:pt x="96443" y="435470"/>
                </a:lnTo>
                <a:lnTo>
                  <a:pt x="94767" y="444106"/>
                </a:lnTo>
                <a:lnTo>
                  <a:pt x="96443" y="452742"/>
                </a:lnTo>
                <a:lnTo>
                  <a:pt x="101053" y="459676"/>
                </a:lnTo>
                <a:lnTo>
                  <a:pt x="108000" y="464273"/>
                </a:lnTo>
                <a:lnTo>
                  <a:pt x="116636" y="465950"/>
                </a:lnTo>
                <a:lnTo>
                  <a:pt x="262445" y="465950"/>
                </a:lnTo>
                <a:lnTo>
                  <a:pt x="271094" y="464273"/>
                </a:lnTo>
                <a:lnTo>
                  <a:pt x="278028" y="459676"/>
                </a:lnTo>
                <a:lnTo>
                  <a:pt x="282638" y="452742"/>
                </a:lnTo>
                <a:lnTo>
                  <a:pt x="284314" y="444106"/>
                </a:lnTo>
                <a:close/>
              </a:path>
              <a:path w="379094" h="612139">
                <a:moveTo>
                  <a:pt x="379082" y="187121"/>
                </a:moveTo>
                <a:lnTo>
                  <a:pt x="371475" y="137414"/>
                </a:lnTo>
                <a:lnTo>
                  <a:pt x="351980" y="92824"/>
                </a:lnTo>
                <a:lnTo>
                  <a:pt x="336067" y="72580"/>
                </a:lnTo>
                <a:lnTo>
                  <a:pt x="336067" y="187121"/>
                </a:lnTo>
                <a:lnTo>
                  <a:pt x="336067" y="192938"/>
                </a:lnTo>
                <a:lnTo>
                  <a:pt x="335343" y="192938"/>
                </a:lnTo>
                <a:lnTo>
                  <a:pt x="334264" y="206032"/>
                </a:lnTo>
                <a:lnTo>
                  <a:pt x="332155" y="218973"/>
                </a:lnTo>
                <a:lnTo>
                  <a:pt x="314655" y="265023"/>
                </a:lnTo>
                <a:lnTo>
                  <a:pt x="300355" y="283946"/>
                </a:lnTo>
                <a:lnTo>
                  <a:pt x="288213" y="299504"/>
                </a:lnTo>
                <a:lnTo>
                  <a:pt x="277025" y="315620"/>
                </a:lnTo>
                <a:lnTo>
                  <a:pt x="266928" y="332270"/>
                </a:lnTo>
                <a:lnTo>
                  <a:pt x="258064" y="349465"/>
                </a:lnTo>
                <a:lnTo>
                  <a:pt x="121742" y="349465"/>
                </a:lnTo>
                <a:lnTo>
                  <a:pt x="102247" y="315620"/>
                </a:lnTo>
                <a:lnTo>
                  <a:pt x="79463" y="283946"/>
                </a:lnTo>
                <a:lnTo>
                  <a:pt x="72097" y="274828"/>
                </a:lnTo>
                <a:lnTo>
                  <a:pt x="65430" y="265023"/>
                </a:lnTo>
                <a:lnTo>
                  <a:pt x="47383" y="218973"/>
                </a:lnTo>
                <a:lnTo>
                  <a:pt x="44475" y="187121"/>
                </a:lnTo>
                <a:lnTo>
                  <a:pt x="52565" y="141719"/>
                </a:lnTo>
                <a:lnTo>
                  <a:pt x="73533" y="102298"/>
                </a:lnTo>
                <a:lnTo>
                  <a:pt x="105041" y="71158"/>
                </a:lnTo>
                <a:lnTo>
                  <a:pt x="144729" y="50609"/>
                </a:lnTo>
                <a:lnTo>
                  <a:pt x="190271" y="42951"/>
                </a:lnTo>
                <a:lnTo>
                  <a:pt x="236232" y="50609"/>
                </a:lnTo>
                <a:lnTo>
                  <a:pt x="235940" y="50609"/>
                </a:lnTo>
                <a:lnTo>
                  <a:pt x="275501" y="70954"/>
                </a:lnTo>
                <a:lnTo>
                  <a:pt x="307009" y="101993"/>
                </a:lnTo>
                <a:lnTo>
                  <a:pt x="327977" y="141439"/>
                </a:lnTo>
                <a:lnTo>
                  <a:pt x="336067" y="187121"/>
                </a:lnTo>
                <a:lnTo>
                  <a:pt x="336067" y="72580"/>
                </a:lnTo>
                <a:lnTo>
                  <a:pt x="306501" y="42951"/>
                </a:lnTo>
                <a:lnTo>
                  <a:pt x="239369" y="6934"/>
                </a:lnTo>
                <a:lnTo>
                  <a:pt x="189547" y="0"/>
                </a:lnTo>
                <a:lnTo>
                  <a:pt x="139712" y="6934"/>
                </a:lnTo>
                <a:lnTo>
                  <a:pt x="94881" y="25869"/>
                </a:lnTo>
                <a:lnTo>
                  <a:pt x="56769" y="55067"/>
                </a:lnTo>
                <a:lnTo>
                  <a:pt x="27114" y="92824"/>
                </a:lnTo>
                <a:lnTo>
                  <a:pt x="7607" y="137414"/>
                </a:lnTo>
                <a:lnTo>
                  <a:pt x="0" y="187121"/>
                </a:lnTo>
                <a:lnTo>
                  <a:pt x="0" y="193675"/>
                </a:lnTo>
                <a:lnTo>
                  <a:pt x="7797" y="243217"/>
                </a:lnTo>
                <a:lnTo>
                  <a:pt x="27343" y="287489"/>
                </a:lnTo>
                <a:lnTo>
                  <a:pt x="45923" y="313067"/>
                </a:lnTo>
                <a:lnTo>
                  <a:pt x="59131" y="330060"/>
                </a:lnTo>
                <a:lnTo>
                  <a:pt x="71716" y="350189"/>
                </a:lnTo>
                <a:lnTo>
                  <a:pt x="82524" y="369785"/>
                </a:lnTo>
                <a:lnTo>
                  <a:pt x="90398" y="385140"/>
                </a:lnTo>
                <a:lnTo>
                  <a:pt x="92583" y="390232"/>
                </a:lnTo>
                <a:lnTo>
                  <a:pt x="97688" y="393153"/>
                </a:lnTo>
                <a:lnTo>
                  <a:pt x="281393" y="393153"/>
                </a:lnTo>
                <a:lnTo>
                  <a:pt x="286499" y="390232"/>
                </a:lnTo>
                <a:lnTo>
                  <a:pt x="288683" y="385140"/>
                </a:lnTo>
                <a:lnTo>
                  <a:pt x="296557" y="369785"/>
                </a:lnTo>
                <a:lnTo>
                  <a:pt x="307365" y="350189"/>
                </a:lnTo>
                <a:lnTo>
                  <a:pt x="307822" y="349465"/>
                </a:lnTo>
                <a:lnTo>
                  <a:pt x="319951" y="330060"/>
                </a:lnTo>
                <a:lnTo>
                  <a:pt x="333159" y="313067"/>
                </a:lnTo>
                <a:lnTo>
                  <a:pt x="343103" y="300659"/>
                </a:lnTo>
                <a:lnTo>
                  <a:pt x="352018" y="287489"/>
                </a:lnTo>
                <a:lnTo>
                  <a:pt x="371297" y="243217"/>
                </a:lnTo>
                <a:lnTo>
                  <a:pt x="379082" y="193675"/>
                </a:lnTo>
                <a:lnTo>
                  <a:pt x="379082" y="1871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966598" y="2001925"/>
            <a:ext cx="570865" cy="483870"/>
          </a:xfrm>
          <a:custGeom>
            <a:avLst/>
            <a:gdLst/>
            <a:ahLst/>
            <a:cxnLst/>
            <a:rect l="l" t="t" r="r" b="b"/>
            <a:pathLst>
              <a:path w="570865" h="483869">
                <a:moveTo>
                  <a:pt x="413715" y="440671"/>
                </a:moveTo>
                <a:lnTo>
                  <a:pt x="156926" y="440671"/>
                </a:lnTo>
                <a:lnTo>
                  <a:pt x="156926" y="483317"/>
                </a:lnTo>
                <a:lnTo>
                  <a:pt x="413715" y="483317"/>
                </a:lnTo>
                <a:lnTo>
                  <a:pt x="413715" y="440671"/>
                </a:lnTo>
                <a:close/>
              </a:path>
              <a:path w="570865" h="483869">
                <a:moveTo>
                  <a:pt x="342384" y="398026"/>
                </a:moveTo>
                <a:lnTo>
                  <a:pt x="228256" y="398026"/>
                </a:lnTo>
                <a:lnTo>
                  <a:pt x="228256" y="440671"/>
                </a:lnTo>
                <a:lnTo>
                  <a:pt x="342384" y="440671"/>
                </a:lnTo>
                <a:lnTo>
                  <a:pt x="342384" y="398026"/>
                </a:lnTo>
                <a:close/>
              </a:path>
              <a:path w="570865" h="483869">
                <a:moveTo>
                  <a:pt x="542103" y="0"/>
                </a:moveTo>
                <a:lnTo>
                  <a:pt x="28532" y="0"/>
                </a:lnTo>
                <a:lnTo>
                  <a:pt x="0" y="28430"/>
                </a:lnTo>
                <a:lnTo>
                  <a:pt x="0" y="369595"/>
                </a:lnTo>
                <a:lnTo>
                  <a:pt x="28532" y="398026"/>
                </a:lnTo>
                <a:lnTo>
                  <a:pt x="542103" y="398026"/>
                </a:lnTo>
                <a:lnTo>
                  <a:pt x="553181" y="395783"/>
                </a:lnTo>
                <a:lnTo>
                  <a:pt x="562254" y="389674"/>
                </a:lnTo>
                <a:lnTo>
                  <a:pt x="568384" y="380634"/>
                </a:lnTo>
                <a:lnTo>
                  <a:pt x="570635" y="369595"/>
                </a:lnTo>
                <a:lnTo>
                  <a:pt x="570635" y="355380"/>
                </a:lnTo>
                <a:lnTo>
                  <a:pt x="42798" y="355380"/>
                </a:lnTo>
                <a:lnTo>
                  <a:pt x="42798" y="42645"/>
                </a:lnTo>
                <a:lnTo>
                  <a:pt x="570635" y="42645"/>
                </a:lnTo>
                <a:lnTo>
                  <a:pt x="570635" y="28430"/>
                </a:lnTo>
                <a:lnTo>
                  <a:pt x="568384" y="17391"/>
                </a:lnTo>
                <a:lnTo>
                  <a:pt x="562254" y="8351"/>
                </a:lnTo>
                <a:lnTo>
                  <a:pt x="553181" y="2243"/>
                </a:lnTo>
                <a:lnTo>
                  <a:pt x="542103" y="0"/>
                </a:lnTo>
                <a:close/>
              </a:path>
              <a:path w="570865" h="483869">
                <a:moveTo>
                  <a:pt x="570635" y="42645"/>
                </a:moveTo>
                <a:lnTo>
                  <a:pt x="527843" y="42645"/>
                </a:lnTo>
                <a:lnTo>
                  <a:pt x="527843" y="355380"/>
                </a:lnTo>
                <a:lnTo>
                  <a:pt x="570635" y="355380"/>
                </a:lnTo>
                <a:lnTo>
                  <a:pt x="570635" y="426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3873563" y="1621155"/>
            <a:ext cx="4445000" cy="4391660"/>
            <a:chOff x="3873563" y="1621155"/>
            <a:chExt cx="4445000" cy="43916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3152" y="1630680"/>
              <a:ext cx="4425696" cy="437235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878326" y="1625917"/>
              <a:ext cx="4435475" cy="4382135"/>
            </a:xfrm>
            <a:custGeom>
              <a:avLst/>
              <a:gdLst/>
              <a:ahLst/>
              <a:cxnLst/>
              <a:rect l="l" t="t" r="r" b="b"/>
              <a:pathLst>
                <a:path w="4435475" h="4382135">
                  <a:moveTo>
                    <a:pt x="0" y="4381881"/>
                  </a:moveTo>
                  <a:lnTo>
                    <a:pt x="4435221" y="4381881"/>
                  </a:lnTo>
                  <a:lnTo>
                    <a:pt x="4435221" y="0"/>
                  </a:lnTo>
                  <a:lnTo>
                    <a:pt x="0" y="0"/>
                  </a:lnTo>
                  <a:lnTo>
                    <a:pt x="0" y="438188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6636" y="0"/>
            <a:ext cx="1257300" cy="94615"/>
          </a:xfrm>
          <a:custGeom>
            <a:avLst/>
            <a:gdLst/>
            <a:ahLst/>
            <a:cxnLst/>
            <a:rect l="l" t="t" r="r" b="b"/>
            <a:pathLst>
              <a:path w="1257300" h="94615">
                <a:moveTo>
                  <a:pt x="1257300" y="0"/>
                </a:moveTo>
                <a:lnTo>
                  <a:pt x="0" y="0"/>
                </a:lnTo>
                <a:lnTo>
                  <a:pt x="0" y="94488"/>
                </a:lnTo>
                <a:lnTo>
                  <a:pt x="1257300" y="94488"/>
                </a:lnTo>
                <a:lnTo>
                  <a:pt x="1257300" y="0"/>
                </a:lnTo>
                <a:close/>
              </a:path>
            </a:pathLst>
          </a:custGeom>
          <a:solidFill>
            <a:srgbClr val="0071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016" y="6365880"/>
            <a:ext cx="658042" cy="2039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422385" y="4011993"/>
            <a:ext cx="2202815" cy="2225040"/>
          </a:xfrm>
          <a:custGeom>
            <a:avLst/>
            <a:gdLst/>
            <a:ahLst/>
            <a:cxnLst/>
            <a:rect l="l" t="t" r="r" b="b"/>
            <a:pathLst>
              <a:path w="2202815" h="2225040">
                <a:moveTo>
                  <a:pt x="1580527" y="1120165"/>
                </a:moveTo>
                <a:lnTo>
                  <a:pt x="1576489" y="1040409"/>
                </a:lnTo>
                <a:lnTo>
                  <a:pt x="1567192" y="992860"/>
                </a:lnTo>
                <a:lnTo>
                  <a:pt x="1552689" y="947026"/>
                </a:lnTo>
                <a:lnTo>
                  <a:pt x="1534121" y="902830"/>
                </a:lnTo>
                <a:lnTo>
                  <a:pt x="1512595" y="860209"/>
                </a:lnTo>
                <a:lnTo>
                  <a:pt x="1489214" y="819086"/>
                </a:lnTo>
                <a:lnTo>
                  <a:pt x="1456613" y="782713"/>
                </a:lnTo>
                <a:lnTo>
                  <a:pt x="1422666" y="748499"/>
                </a:lnTo>
                <a:lnTo>
                  <a:pt x="1386738" y="717169"/>
                </a:lnTo>
                <a:lnTo>
                  <a:pt x="1348193" y="689495"/>
                </a:lnTo>
                <a:lnTo>
                  <a:pt x="1306398" y="666203"/>
                </a:lnTo>
                <a:lnTo>
                  <a:pt x="1260741" y="648017"/>
                </a:lnTo>
                <a:lnTo>
                  <a:pt x="1230744" y="635609"/>
                </a:lnTo>
                <a:lnTo>
                  <a:pt x="1199680" y="627862"/>
                </a:lnTo>
                <a:lnTo>
                  <a:pt x="1172476" y="635025"/>
                </a:lnTo>
                <a:lnTo>
                  <a:pt x="1154061" y="667321"/>
                </a:lnTo>
                <a:lnTo>
                  <a:pt x="1142822" y="701078"/>
                </a:lnTo>
                <a:lnTo>
                  <a:pt x="1131633" y="737298"/>
                </a:lnTo>
                <a:lnTo>
                  <a:pt x="1127963" y="773099"/>
                </a:lnTo>
                <a:lnTo>
                  <a:pt x="1139291" y="805611"/>
                </a:lnTo>
                <a:lnTo>
                  <a:pt x="1173111" y="831913"/>
                </a:lnTo>
                <a:lnTo>
                  <a:pt x="1221600" y="859053"/>
                </a:lnTo>
                <a:lnTo>
                  <a:pt x="1263103" y="889838"/>
                </a:lnTo>
                <a:lnTo>
                  <a:pt x="1297876" y="924648"/>
                </a:lnTo>
                <a:lnTo>
                  <a:pt x="1326184" y="963853"/>
                </a:lnTo>
                <a:lnTo>
                  <a:pt x="1348270" y="1007808"/>
                </a:lnTo>
                <a:lnTo>
                  <a:pt x="1364424" y="1056881"/>
                </a:lnTo>
                <a:lnTo>
                  <a:pt x="1374914" y="1111440"/>
                </a:lnTo>
                <a:lnTo>
                  <a:pt x="1390230" y="1153198"/>
                </a:lnTo>
                <a:lnTo>
                  <a:pt x="1417967" y="1174432"/>
                </a:lnTo>
                <a:lnTo>
                  <a:pt x="1453642" y="1181900"/>
                </a:lnTo>
                <a:lnTo>
                  <a:pt x="1492808" y="1182319"/>
                </a:lnTo>
                <a:lnTo>
                  <a:pt x="1530997" y="1182433"/>
                </a:lnTo>
                <a:lnTo>
                  <a:pt x="1564106" y="1174648"/>
                </a:lnTo>
                <a:lnTo>
                  <a:pt x="1578013" y="1151178"/>
                </a:lnTo>
                <a:lnTo>
                  <a:pt x="1580527" y="1120165"/>
                </a:lnTo>
                <a:close/>
              </a:path>
              <a:path w="2202815" h="2225040">
                <a:moveTo>
                  <a:pt x="1902358" y="1120800"/>
                </a:moveTo>
                <a:lnTo>
                  <a:pt x="1901418" y="1074623"/>
                </a:lnTo>
                <a:lnTo>
                  <a:pt x="1897773" y="1028471"/>
                </a:lnTo>
                <a:lnTo>
                  <a:pt x="1891449" y="982446"/>
                </a:lnTo>
                <a:lnTo>
                  <a:pt x="1882406" y="936637"/>
                </a:lnTo>
                <a:lnTo>
                  <a:pt x="1870659" y="891146"/>
                </a:lnTo>
                <a:lnTo>
                  <a:pt x="1856181" y="846074"/>
                </a:lnTo>
                <a:lnTo>
                  <a:pt x="1838985" y="801522"/>
                </a:lnTo>
                <a:lnTo>
                  <a:pt x="1819033" y="757593"/>
                </a:lnTo>
                <a:lnTo>
                  <a:pt x="1796351" y="714375"/>
                </a:lnTo>
                <a:lnTo>
                  <a:pt x="1770900" y="671982"/>
                </a:lnTo>
                <a:lnTo>
                  <a:pt x="1742706" y="630491"/>
                </a:lnTo>
                <a:lnTo>
                  <a:pt x="1713306" y="592188"/>
                </a:lnTo>
                <a:lnTo>
                  <a:pt x="1682026" y="556018"/>
                </a:lnTo>
                <a:lnTo>
                  <a:pt x="1648980" y="522008"/>
                </a:lnTo>
                <a:lnTo>
                  <a:pt x="1614271" y="490194"/>
                </a:lnTo>
                <a:lnTo>
                  <a:pt x="1578051" y="460590"/>
                </a:lnTo>
                <a:lnTo>
                  <a:pt x="1540421" y="433247"/>
                </a:lnTo>
                <a:lnTo>
                  <a:pt x="1501495" y="408165"/>
                </a:lnTo>
                <a:lnTo>
                  <a:pt x="1461414" y="385381"/>
                </a:lnTo>
                <a:lnTo>
                  <a:pt x="1420291" y="364934"/>
                </a:lnTo>
                <a:lnTo>
                  <a:pt x="1378242" y="346837"/>
                </a:lnTo>
                <a:lnTo>
                  <a:pt x="1335392" y="331127"/>
                </a:lnTo>
                <a:lnTo>
                  <a:pt x="1291856" y="317830"/>
                </a:lnTo>
                <a:lnTo>
                  <a:pt x="1247775" y="306971"/>
                </a:lnTo>
                <a:lnTo>
                  <a:pt x="1203236" y="298577"/>
                </a:lnTo>
                <a:lnTo>
                  <a:pt x="1158392" y="292671"/>
                </a:lnTo>
                <a:lnTo>
                  <a:pt x="1113345" y="289293"/>
                </a:lnTo>
                <a:lnTo>
                  <a:pt x="1068222" y="288467"/>
                </a:lnTo>
                <a:lnTo>
                  <a:pt x="1023137" y="290207"/>
                </a:lnTo>
                <a:lnTo>
                  <a:pt x="978217" y="294551"/>
                </a:lnTo>
                <a:lnTo>
                  <a:pt x="933589" y="301536"/>
                </a:lnTo>
                <a:lnTo>
                  <a:pt x="889368" y="311175"/>
                </a:lnTo>
                <a:lnTo>
                  <a:pt x="845667" y="323507"/>
                </a:lnTo>
                <a:lnTo>
                  <a:pt x="802627" y="338543"/>
                </a:lnTo>
                <a:lnTo>
                  <a:pt x="760349" y="356323"/>
                </a:lnTo>
                <a:lnTo>
                  <a:pt x="718959" y="376872"/>
                </a:lnTo>
                <a:lnTo>
                  <a:pt x="678586" y="398424"/>
                </a:lnTo>
                <a:lnTo>
                  <a:pt x="644944" y="424459"/>
                </a:lnTo>
                <a:lnTo>
                  <a:pt x="629158" y="460222"/>
                </a:lnTo>
                <a:lnTo>
                  <a:pt x="642378" y="510984"/>
                </a:lnTo>
                <a:lnTo>
                  <a:pt x="672045" y="553593"/>
                </a:lnTo>
                <a:lnTo>
                  <a:pt x="706488" y="578916"/>
                </a:lnTo>
                <a:lnTo>
                  <a:pt x="749300" y="584415"/>
                </a:lnTo>
                <a:lnTo>
                  <a:pt x="804049" y="567499"/>
                </a:lnTo>
                <a:lnTo>
                  <a:pt x="852093" y="547192"/>
                </a:lnTo>
                <a:lnTo>
                  <a:pt x="900480" y="530733"/>
                </a:lnTo>
                <a:lnTo>
                  <a:pt x="949007" y="518096"/>
                </a:lnTo>
                <a:lnTo>
                  <a:pt x="997508" y="509219"/>
                </a:lnTo>
                <a:lnTo>
                  <a:pt x="1045819" y="504050"/>
                </a:lnTo>
                <a:lnTo>
                  <a:pt x="1093749" y="502526"/>
                </a:lnTo>
                <a:lnTo>
                  <a:pt x="1141133" y="504609"/>
                </a:lnTo>
                <a:lnTo>
                  <a:pt x="1187805" y="510247"/>
                </a:lnTo>
                <a:lnTo>
                  <a:pt x="1233589" y="519366"/>
                </a:lnTo>
                <a:lnTo>
                  <a:pt x="1278305" y="531939"/>
                </a:lnTo>
                <a:lnTo>
                  <a:pt x="1321777" y="547903"/>
                </a:lnTo>
                <a:lnTo>
                  <a:pt x="1363840" y="567207"/>
                </a:lnTo>
                <a:lnTo>
                  <a:pt x="1404315" y="589788"/>
                </a:lnTo>
                <a:lnTo>
                  <a:pt x="1443037" y="615607"/>
                </a:lnTo>
                <a:lnTo>
                  <a:pt x="1479816" y="644601"/>
                </a:lnTo>
                <a:lnTo>
                  <a:pt x="1514500" y="676719"/>
                </a:lnTo>
                <a:lnTo>
                  <a:pt x="1546898" y="711911"/>
                </a:lnTo>
                <a:lnTo>
                  <a:pt x="1576844" y="750125"/>
                </a:lnTo>
                <a:lnTo>
                  <a:pt x="1604276" y="790194"/>
                </a:lnTo>
                <a:lnTo>
                  <a:pt x="1628101" y="831697"/>
                </a:lnTo>
                <a:lnTo>
                  <a:pt x="1648345" y="874445"/>
                </a:lnTo>
                <a:lnTo>
                  <a:pt x="1664982" y="918248"/>
                </a:lnTo>
                <a:lnTo>
                  <a:pt x="1678025" y="962914"/>
                </a:lnTo>
                <a:lnTo>
                  <a:pt x="1687461" y="1008265"/>
                </a:lnTo>
                <a:lnTo>
                  <a:pt x="1693303" y="1054112"/>
                </a:lnTo>
                <a:lnTo>
                  <a:pt x="1695538" y="1100264"/>
                </a:lnTo>
                <a:lnTo>
                  <a:pt x="1694167" y="1146530"/>
                </a:lnTo>
                <a:lnTo>
                  <a:pt x="1689201" y="1192720"/>
                </a:lnTo>
                <a:lnTo>
                  <a:pt x="1680616" y="1238656"/>
                </a:lnTo>
                <a:lnTo>
                  <a:pt x="1668437" y="1284135"/>
                </a:lnTo>
                <a:lnTo>
                  <a:pt x="1652651" y="1328978"/>
                </a:lnTo>
                <a:lnTo>
                  <a:pt x="1633245" y="1372997"/>
                </a:lnTo>
                <a:lnTo>
                  <a:pt x="1610245" y="1415999"/>
                </a:lnTo>
                <a:lnTo>
                  <a:pt x="1583626" y="1457794"/>
                </a:lnTo>
                <a:lnTo>
                  <a:pt x="1553400" y="1498193"/>
                </a:lnTo>
                <a:lnTo>
                  <a:pt x="1519567" y="1537017"/>
                </a:lnTo>
                <a:lnTo>
                  <a:pt x="1486852" y="1577721"/>
                </a:lnTo>
                <a:lnTo>
                  <a:pt x="1471371" y="1615046"/>
                </a:lnTo>
                <a:lnTo>
                  <a:pt x="1472095" y="1649996"/>
                </a:lnTo>
                <a:lnTo>
                  <a:pt x="1487957" y="1683575"/>
                </a:lnTo>
                <a:lnTo>
                  <a:pt x="1517916" y="1716786"/>
                </a:lnTo>
                <a:lnTo>
                  <a:pt x="1556334" y="1742097"/>
                </a:lnTo>
                <a:lnTo>
                  <a:pt x="1589938" y="1743633"/>
                </a:lnTo>
                <a:lnTo>
                  <a:pt x="1619910" y="1728622"/>
                </a:lnTo>
                <a:lnTo>
                  <a:pt x="1673745" y="1677847"/>
                </a:lnTo>
                <a:lnTo>
                  <a:pt x="1706994" y="1640433"/>
                </a:lnTo>
                <a:lnTo>
                  <a:pt x="1737664" y="1601749"/>
                </a:lnTo>
                <a:lnTo>
                  <a:pt x="1765757" y="1561896"/>
                </a:lnTo>
                <a:lnTo>
                  <a:pt x="1791246" y="1520964"/>
                </a:lnTo>
                <a:lnTo>
                  <a:pt x="1814118" y="1479067"/>
                </a:lnTo>
                <a:lnTo>
                  <a:pt x="1834388" y="1436293"/>
                </a:lnTo>
                <a:lnTo>
                  <a:pt x="1852028" y="1392745"/>
                </a:lnTo>
                <a:lnTo>
                  <a:pt x="1867052" y="1348524"/>
                </a:lnTo>
                <a:lnTo>
                  <a:pt x="1879422" y="1303731"/>
                </a:lnTo>
                <a:lnTo>
                  <a:pt x="1889150" y="1258455"/>
                </a:lnTo>
                <a:lnTo>
                  <a:pt x="1896224" y="1212811"/>
                </a:lnTo>
                <a:lnTo>
                  <a:pt x="1900631" y="1166901"/>
                </a:lnTo>
                <a:lnTo>
                  <a:pt x="1902358" y="1120800"/>
                </a:lnTo>
                <a:close/>
              </a:path>
              <a:path w="2202815" h="2225040">
                <a:moveTo>
                  <a:pt x="2202243" y="1076807"/>
                </a:moveTo>
                <a:lnTo>
                  <a:pt x="2200224" y="1030262"/>
                </a:lnTo>
                <a:lnTo>
                  <a:pt x="2196109" y="984123"/>
                </a:lnTo>
                <a:lnTo>
                  <a:pt x="2189962" y="938428"/>
                </a:lnTo>
                <a:lnTo>
                  <a:pt x="2181796" y="893191"/>
                </a:lnTo>
                <a:lnTo>
                  <a:pt x="2171674" y="848448"/>
                </a:lnTo>
                <a:lnTo>
                  <a:pt x="2159622" y="804214"/>
                </a:lnTo>
                <a:lnTo>
                  <a:pt x="2145677" y="760526"/>
                </a:lnTo>
                <a:lnTo>
                  <a:pt x="2129891" y="717410"/>
                </a:lnTo>
                <a:lnTo>
                  <a:pt x="2112302" y="674878"/>
                </a:lnTo>
                <a:lnTo>
                  <a:pt x="2092947" y="632980"/>
                </a:lnTo>
                <a:lnTo>
                  <a:pt x="2071852" y="591718"/>
                </a:lnTo>
                <a:lnTo>
                  <a:pt x="2049068" y="551129"/>
                </a:lnTo>
                <a:lnTo>
                  <a:pt x="2024646" y="511238"/>
                </a:lnTo>
                <a:lnTo>
                  <a:pt x="1992693" y="469290"/>
                </a:lnTo>
                <a:lnTo>
                  <a:pt x="1959660" y="429056"/>
                </a:lnTo>
                <a:lnTo>
                  <a:pt x="1925574" y="390550"/>
                </a:lnTo>
                <a:lnTo>
                  <a:pt x="1890496" y="353796"/>
                </a:lnTo>
                <a:lnTo>
                  <a:pt x="1854466" y="318782"/>
                </a:lnTo>
                <a:lnTo>
                  <a:pt x="1817522" y="285546"/>
                </a:lnTo>
                <a:lnTo>
                  <a:pt x="1779727" y="254076"/>
                </a:lnTo>
                <a:lnTo>
                  <a:pt x="1741106" y="224383"/>
                </a:lnTo>
                <a:lnTo>
                  <a:pt x="1701723" y="196494"/>
                </a:lnTo>
                <a:lnTo>
                  <a:pt x="1661617" y="170408"/>
                </a:lnTo>
                <a:lnTo>
                  <a:pt x="1620837" y="146126"/>
                </a:lnTo>
                <a:lnTo>
                  <a:pt x="1579410" y="123672"/>
                </a:lnTo>
                <a:lnTo>
                  <a:pt x="1537411" y="103060"/>
                </a:lnTo>
                <a:lnTo>
                  <a:pt x="1494866" y="84289"/>
                </a:lnTo>
                <a:lnTo>
                  <a:pt x="1451825" y="67373"/>
                </a:lnTo>
                <a:lnTo>
                  <a:pt x="1408341" y="52311"/>
                </a:lnTo>
                <a:lnTo>
                  <a:pt x="1364449" y="39141"/>
                </a:lnTo>
                <a:lnTo>
                  <a:pt x="1320203" y="27838"/>
                </a:lnTo>
                <a:lnTo>
                  <a:pt x="1275651" y="18440"/>
                </a:lnTo>
                <a:lnTo>
                  <a:pt x="1230820" y="10947"/>
                </a:lnTo>
                <a:lnTo>
                  <a:pt x="1185786" y="5372"/>
                </a:lnTo>
                <a:lnTo>
                  <a:pt x="1140574" y="1714"/>
                </a:lnTo>
                <a:lnTo>
                  <a:pt x="1095222" y="0"/>
                </a:lnTo>
                <a:lnTo>
                  <a:pt x="1049807" y="228"/>
                </a:lnTo>
                <a:lnTo>
                  <a:pt x="1004341" y="2425"/>
                </a:lnTo>
                <a:lnTo>
                  <a:pt x="958900" y="6578"/>
                </a:lnTo>
                <a:lnTo>
                  <a:pt x="913498" y="12700"/>
                </a:lnTo>
                <a:lnTo>
                  <a:pt x="868210" y="20815"/>
                </a:lnTo>
                <a:lnTo>
                  <a:pt x="823061" y="30924"/>
                </a:lnTo>
                <a:lnTo>
                  <a:pt x="778116" y="43053"/>
                </a:lnTo>
                <a:lnTo>
                  <a:pt x="733412" y="57188"/>
                </a:lnTo>
                <a:lnTo>
                  <a:pt x="688987" y="73342"/>
                </a:lnTo>
                <a:lnTo>
                  <a:pt x="640981" y="92849"/>
                </a:lnTo>
                <a:lnTo>
                  <a:pt x="594601" y="113880"/>
                </a:lnTo>
                <a:lnTo>
                  <a:pt x="549846" y="136461"/>
                </a:lnTo>
                <a:lnTo>
                  <a:pt x="506691" y="160566"/>
                </a:lnTo>
                <a:lnTo>
                  <a:pt x="465150" y="186194"/>
                </a:lnTo>
                <a:lnTo>
                  <a:pt x="425234" y="213334"/>
                </a:lnTo>
                <a:lnTo>
                  <a:pt x="386918" y="241985"/>
                </a:lnTo>
                <a:lnTo>
                  <a:pt x="350215" y="272148"/>
                </a:lnTo>
                <a:lnTo>
                  <a:pt x="315125" y="303809"/>
                </a:lnTo>
                <a:lnTo>
                  <a:pt x="281635" y="336969"/>
                </a:lnTo>
                <a:lnTo>
                  <a:pt x="249758" y="371602"/>
                </a:lnTo>
                <a:lnTo>
                  <a:pt x="219494" y="407720"/>
                </a:lnTo>
                <a:lnTo>
                  <a:pt x="190830" y="445312"/>
                </a:lnTo>
                <a:lnTo>
                  <a:pt x="163766" y="484378"/>
                </a:lnTo>
                <a:lnTo>
                  <a:pt x="138303" y="524903"/>
                </a:lnTo>
                <a:lnTo>
                  <a:pt x="114452" y="566877"/>
                </a:lnTo>
                <a:lnTo>
                  <a:pt x="92202" y="610311"/>
                </a:lnTo>
                <a:lnTo>
                  <a:pt x="71551" y="655180"/>
                </a:lnTo>
                <a:lnTo>
                  <a:pt x="52489" y="701484"/>
                </a:lnTo>
                <a:lnTo>
                  <a:pt x="35039" y="749223"/>
                </a:lnTo>
                <a:lnTo>
                  <a:pt x="19189" y="798385"/>
                </a:lnTo>
                <a:lnTo>
                  <a:pt x="6959" y="833907"/>
                </a:lnTo>
                <a:lnTo>
                  <a:pt x="0" y="869683"/>
                </a:lnTo>
                <a:lnTo>
                  <a:pt x="3962" y="903122"/>
                </a:lnTo>
                <a:lnTo>
                  <a:pt x="24561" y="931621"/>
                </a:lnTo>
                <a:lnTo>
                  <a:pt x="67449" y="952563"/>
                </a:lnTo>
                <a:lnTo>
                  <a:pt x="123685" y="959459"/>
                </a:lnTo>
                <a:lnTo>
                  <a:pt x="166039" y="946353"/>
                </a:lnTo>
                <a:lnTo>
                  <a:pt x="195516" y="913993"/>
                </a:lnTo>
                <a:lnTo>
                  <a:pt x="213118" y="863155"/>
                </a:lnTo>
                <a:lnTo>
                  <a:pt x="216255" y="849960"/>
                </a:lnTo>
                <a:lnTo>
                  <a:pt x="220738" y="837298"/>
                </a:lnTo>
                <a:lnTo>
                  <a:pt x="230263" y="814006"/>
                </a:lnTo>
                <a:lnTo>
                  <a:pt x="247243" y="768908"/>
                </a:lnTo>
                <a:lnTo>
                  <a:pt x="266319" y="725220"/>
                </a:lnTo>
                <a:lnTo>
                  <a:pt x="287413" y="682980"/>
                </a:lnTo>
                <a:lnTo>
                  <a:pt x="310438" y="642251"/>
                </a:lnTo>
                <a:lnTo>
                  <a:pt x="335343" y="603072"/>
                </a:lnTo>
                <a:lnTo>
                  <a:pt x="362038" y="565467"/>
                </a:lnTo>
                <a:lnTo>
                  <a:pt x="390448" y="529501"/>
                </a:lnTo>
                <a:lnTo>
                  <a:pt x="420522" y="495198"/>
                </a:lnTo>
                <a:lnTo>
                  <a:pt x="452158" y="462622"/>
                </a:lnTo>
                <a:lnTo>
                  <a:pt x="485305" y="431800"/>
                </a:lnTo>
                <a:lnTo>
                  <a:pt x="519887" y="402767"/>
                </a:lnTo>
                <a:lnTo>
                  <a:pt x="555828" y="375577"/>
                </a:lnTo>
                <a:lnTo>
                  <a:pt x="593064" y="350278"/>
                </a:lnTo>
                <a:lnTo>
                  <a:pt x="631494" y="326898"/>
                </a:lnTo>
                <a:lnTo>
                  <a:pt x="671080" y="305498"/>
                </a:lnTo>
                <a:lnTo>
                  <a:pt x="711720" y="286105"/>
                </a:lnTo>
                <a:lnTo>
                  <a:pt x="753364" y="268770"/>
                </a:lnTo>
                <a:lnTo>
                  <a:pt x="795934" y="253517"/>
                </a:lnTo>
                <a:lnTo>
                  <a:pt x="839343" y="240411"/>
                </a:lnTo>
                <a:lnTo>
                  <a:pt x="883539" y="229489"/>
                </a:lnTo>
                <a:lnTo>
                  <a:pt x="928433" y="220789"/>
                </a:lnTo>
                <a:lnTo>
                  <a:pt x="973963" y="214363"/>
                </a:lnTo>
                <a:lnTo>
                  <a:pt x="1020038" y="210235"/>
                </a:lnTo>
                <a:lnTo>
                  <a:pt x="1066609" y="208470"/>
                </a:lnTo>
                <a:lnTo>
                  <a:pt x="1113599" y="209092"/>
                </a:lnTo>
                <a:lnTo>
                  <a:pt x="1160919" y="212153"/>
                </a:lnTo>
                <a:lnTo>
                  <a:pt x="1208506" y="217690"/>
                </a:lnTo>
                <a:lnTo>
                  <a:pt x="1256296" y="225742"/>
                </a:lnTo>
                <a:lnTo>
                  <a:pt x="1303820" y="236105"/>
                </a:lnTo>
                <a:lnTo>
                  <a:pt x="1350314" y="248932"/>
                </a:lnTo>
                <a:lnTo>
                  <a:pt x="1395704" y="264160"/>
                </a:lnTo>
                <a:lnTo>
                  <a:pt x="1439938" y="281711"/>
                </a:lnTo>
                <a:lnTo>
                  <a:pt x="1482940" y="301498"/>
                </a:lnTo>
                <a:lnTo>
                  <a:pt x="1524660" y="323443"/>
                </a:lnTo>
                <a:lnTo>
                  <a:pt x="1565008" y="347459"/>
                </a:lnTo>
                <a:lnTo>
                  <a:pt x="1603946" y="373494"/>
                </a:lnTo>
                <a:lnTo>
                  <a:pt x="1641386" y="401447"/>
                </a:lnTo>
                <a:lnTo>
                  <a:pt x="1677276" y="431228"/>
                </a:lnTo>
                <a:lnTo>
                  <a:pt x="1711540" y="462788"/>
                </a:lnTo>
                <a:lnTo>
                  <a:pt x="1744129" y="496023"/>
                </a:lnTo>
                <a:lnTo>
                  <a:pt x="1774964" y="530872"/>
                </a:lnTo>
                <a:lnTo>
                  <a:pt x="1803984" y="567232"/>
                </a:lnTo>
                <a:lnTo>
                  <a:pt x="1831124" y="605053"/>
                </a:lnTo>
                <a:lnTo>
                  <a:pt x="1856320" y="644232"/>
                </a:lnTo>
                <a:lnTo>
                  <a:pt x="1879498" y="684695"/>
                </a:lnTo>
                <a:lnTo>
                  <a:pt x="1900618" y="726376"/>
                </a:lnTo>
                <a:lnTo>
                  <a:pt x="1919579" y="769175"/>
                </a:lnTo>
                <a:lnTo>
                  <a:pt x="1936343" y="813028"/>
                </a:lnTo>
                <a:lnTo>
                  <a:pt x="1950834" y="857846"/>
                </a:lnTo>
                <a:lnTo>
                  <a:pt x="1962988" y="903554"/>
                </a:lnTo>
                <a:lnTo>
                  <a:pt x="1972729" y="950087"/>
                </a:lnTo>
                <a:lnTo>
                  <a:pt x="1980018" y="997331"/>
                </a:lnTo>
                <a:lnTo>
                  <a:pt x="1984768" y="1045235"/>
                </a:lnTo>
                <a:lnTo>
                  <a:pt x="1986927" y="1093724"/>
                </a:lnTo>
                <a:lnTo>
                  <a:pt x="1986419" y="1142682"/>
                </a:lnTo>
                <a:lnTo>
                  <a:pt x="1983562" y="1190726"/>
                </a:lnTo>
                <a:lnTo>
                  <a:pt x="1978355" y="1237932"/>
                </a:lnTo>
                <a:lnTo>
                  <a:pt x="1970862" y="1284249"/>
                </a:lnTo>
                <a:lnTo>
                  <a:pt x="1961121" y="1329613"/>
                </a:lnTo>
                <a:lnTo>
                  <a:pt x="1949208" y="1374000"/>
                </a:lnTo>
                <a:lnTo>
                  <a:pt x="1935149" y="1417345"/>
                </a:lnTo>
                <a:lnTo>
                  <a:pt x="1919033" y="1459598"/>
                </a:lnTo>
                <a:lnTo>
                  <a:pt x="1900897" y="1500708"/>
                </a:lnTo>
                <a:lnTo>
                  <a:pt x="1880793" y="1540637"/>
                </a:lnTo>
                <a:lnTo>
                  <a:pt x="1858784" y="1579308"/>
                </a:lnTo>
                <a:lnTo>
                  <a:pt x="1834934" y="1616684"/>
                </a:lnTo>
                <a:lnTo>
                  <a:pt x="1809280" y="1652727"/>
                </a:lnTo>
                <a:lnTo>
                  <a:pt x="1781898" y="1687372"/>
                </a:lnTo>
                <a:lnTo>
                  <a:pt x="1752815" y="1720557"/>
                </a:lnTo>
                <a:lnTo>
                  <a:pt x="1722120" y="1752257"/>
                </a:lnTo>
                <a:lnTo>
                  <a:pt x="1689836" y="1782419"/>
                </a:lnTo>
                <a:lnTo>
                  <a:pt x="1656054" y="1810969"/>
                </a:lnTo>
                <a:lnTo>
                  <a:pt x="1620799" y="1837880"/>
                </a:lnTo>
                <a:lnTo>
                  <a:pt x="1584134" y="1863077"/>
                </a:lnTo>
                <a:lnTo>
                  <a:pt x="1546123" y="1886534"/>
                </a:lnTo>
                <a:lnTo>
                  <a:pt x="1506816" y="1908200"/>
                </a:lnTo>
                <a:lnTo>
                  <a:pt x="1466265" y="1927999"/>
                </a:lnTo>
                <a:lnTo>
                  <a:pt x="1424546" y="1945906"/>
                </a:lnTo>
                <a:lnTo>
                  <a:pt x="1381683" y="1961857"/>
                </a:lnTo>
                <a:lnTo>
                  <a:pt x="1337754" y="1975802"/>
                </a:lnTo>
                <a:lnTo>
                  <a:pt x="1292809" y="1987689"/>
                </a:lnTo>
                <a:lnTo>
                  <a:pt x="1246898" y="1997481"/>
                </a:lnTo>
                <a:lnTo>
                  <a:pt x="1200073" y="2005114"/>
                </a:lnTo>
                <a:lnTo>
                  <a:pt x="1152410" y="2010549"/>
                </a:lnTo>
                <a:lnTo>
                  <a:pt x="1103947" y="2013712"/>
                </a:lnTo>
                <a:lnTo>
                  <a:pt x="1054747" y="2014575"/>
                </a:lnTo>
                <a:lnTo>
                  <a:pt x="1001280" y="2021014"/>
                </a:lnTo>
                <a:lnTo>
                  <a:pt x="958062" y="2039023"/>
                </a:lnTo>
                <a:lnTo>
                  <a:pt x="926947" y="2066086"/>
                </a:lnTo>
                <a:lnTo>
                  <a:pt x="909777" y="2099716"/>
                </a:lnTo>
                <a:lnTo>
                  <a:pt x="908418" y="2137422"/>
                </a:lnTo>
                <a:lnTo>
                  <a:pt x="924699" y="2176678"/>
                </a:lnTo>
                <a:lnTo>
                  <a:pt x="956945" y="2208390"/>
                </a:lnTo>
                <a:lnTo>
                  <a:pt x="996721" y="2221839"/>
                </a:lnTo>
                <a:lnTo>
                  <a:pt x="1040511" y="2224519"/>
                </a:lnTo>
                <a:lnTo>
                  <a:pt x="1084846" y="2223833"/>
                </a:lnTo>
                <a:lnTo>
                  <a:pt x="1137754" y="2220950"/>
                </a:lnTo>
                <a:lnTo>
                  <a:pt x="1189647" y="2216315"/>
                </a:lnTo>
                <a:lnTo>
                  <a:pt x="1240510" y="2209914"/>
                </a:lnTo>
                <a:lnTo>
                  <a:pt x="1290332" y="2201761"/>
                </a:lnTo>
                <a:lnTo>
                  <a:pt x="1339100" y="2191816"/>
                </a:lnTo>
                <a:lnTo>
                  <a:pt x="1386814" y="2180094"/>
                </a:lnTo>
                <a:lnTo>
                  <a:pt x="1433449" y="2166594"/>
                </a:lnTo>
                <a:lnTo>
                  <a:pt x="1478991" y="2151278"/>
                </a:lnTo>
                <a:lnTo>
                  <a:pt x="1523428" y="2134171"/>
                </a:lnTo>
                <a:lnTo>
                  <a:pt x="1566773" y="2115248"/>
                </a:lnTo>
                <a:lnTo>
                  <a:pt x="1608975" y="2094496"/>
                </a:lnTo>
                <a:lnTo>
                  <a:pt x="1650060" y="2071928"/>
                </a:lnTo>
                <a:lnTo>
                  <a:pt x="1689989" y="2047506"/>
                </a:lnTo>
                <a:lnTo>
                  <a:pt x="1728762" y="2021255"/>
                </a:lnTo>
                <a:lnTo>
                  <a:pt x="1766366" y="1993150"/>
                </a:lnTo>
                <a:lnTo>
                  <a:pt x="1802790" y="1963178"/>
                </a:lnTo>
                <a:lnTo>
                  <a:pt x="1838032" y="1931352"/>
                </a:lnTo>
                <a:lnTo>
                  <a:pt x="1872056" y="1897634"/>
                </a:lnTo>
                <a:lnTo>
                  <a:pt x="1904873" y="1862048"/>
                </a:lnTo>
                <a:lnTo>
                  <a:pt x="1936457" y="1824570"/>
                </a:lnTo>
                <a:lnTo>
                  <a:pt x="1966798" y="1785188"/>
                </a:lnTo>
                <a:lnTo>
                  <a:pt x="1995893" y="1743900"/>
                </a:lnTo>
                <a:lnTo>
                  <a:pt x="2023732" y="1700695"/>
                </a:lnTo>
                <a:lnTo>
                  <a:pt x="2050288" y="1655572"/>
                </a:lnTo>
                <a:lnTo>
                  <a:pt x="2075573" y="1608518"/>
                </a:lnTo>
                <a:lnTo>
                  <a:pt x="2099094" y="1559179"/>
                </a:lnTo>
                <a:lnTo>
                  <a:pt x="2120100" y="1509953"/>
                </a:lnTo>
                <a:lnTo>
                  <a:pt x="2138616" y="1460868"/>
                </a:lnTo>
                <a:lnTo>
                  <a:pt x="2154694" y="1411973"/>
                </a:lnTo>
                <a:lnTo>
                  <a:pt x="2168372" y="1363281"/>
                </a:lnTo>
                <a:lnTo>
                  <a:pt x="2179701" y="1314805"/>
                </a:lnTo>
                <a:lnTo>
                  <a:pt x="2188692" y="1266596"/>
                </a:lnTo>
                <a:lnTo>
                  <a:pt x="2195398" y="1218666"/>
                </a:lnTo>
                <a:lnTo>
                  <a:pt x="2199868" y="1171041"/>
                </a:lnTo>
                <a:lnTo>
                  <a:pt x="2202142" y="1123746"/>
                </a:lnTo>
                <a:lnTo>
                  <a:pt x="2202243" y="1076807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372088" y="640994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445" y="0"/>
                </a:moveTo>
                <a:lnTo>
                  <a:pt x="95390" y="7109"/>
                </a:lnTo>
                <a:lnTo>
                  <a:pt x="57113" y="26905"/>
                </a:lnTo>
                <a:lnTo>
                  <a:pt x="26919" y="57091"/>
                </a:lnTo>
                <a:lnTo>
                  <a:pt x="7114" y="95370"/>
                </a:lnTo>
                <a:lnTo>
                  <a:pt x="0" y="139445"/>
                </a:lnTo>
                <a:lnTo>
                  <a:pt x="7114" y="183521"/>
                </a:lnTo>
                <a:lnTo>
                  <a:pt x="26919" y="221800"/>
                </a:lnTo>
                <a:lnTo>
                  <a:pt x="57113" y="251986"/>
                </a:lnTo>
                <a:lnTo>
                  <a:pt x="95390" y="271782"/>
                </a:lnTo>
                <a:lnTo>
                  <a:pt x="139445" y="278891"/>
                </a:lnTo>
                <a:lnTo>
                  <a:pt x="183501" y="271782"/>
                </a:lnTo>
                <a:lnTo>
                  <a:pt x="221778" y="251986"/>
                </a:lnTo>
                <a:lnTo>
                  <a:pt x="251972" y="221800"/>
                </a:lnTo>
                <a:lnTo>
                  <a:pt x="271777" y="183521"/>
                </a:lnTo>
                <a:lnTo>
                  <a:pt x="278891" y="139445"/>
                </a:lnTo>
                <a:lnTo>
                  <a:pt x="271777" y="95370"/>
                </a:lnTo>
                <a:lnTo>
                  <a:pt x="251972" y="57091"/>
                </a:lnTo>
                <a:lnTo>
                  <a:pt x="221778" y="26905"/>
                </a:lnTo>
                <a:lnTo>
                  <a:pt x="183501" y="7109"/>
                </a:lnTo>
                <a:lnTo>
                  <a:pt x="139445" y="0"/>
                </a:lnTo>
                <a:close/>
              </a:path>
            </a:pathLst>
          </a:custGeom>
          <a:solidFill>
            <a:srgbClr val="0071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130175" indent="-227965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Kleinere</a:t>
            </a:r>
            <a:r>
              <a:rPr spc="-65" dirty="0"/>
              <a:t> </a:t>
            </a:r>
            <a:r>
              <a:rPr spc="-20" dirty="0"/>
              <a:t>Verbesserungen</a:t>
            </a:r>
            <a:r>
              <a:rPr spc="-55" dirty="0"/>
              <a:t> </a:t>
            </a:r>
            <a:r>
              <a:rPr dirty="0"/>
              <a:t>und</a:t>
            </a:r>
            <a:r>
              <a:rPr spc="-60" dirty="0"/>
              <a:t> </a:t>
            </a:r>
            <a:r>
              <a:rPr spc="-10" dirty="0"/>
              <a:t>Reste</a:t>
            </a:r>
            <a:r>
              <a:rPr spc="-90" dirty="0"/>
              <a:t> </a:t>
            </a:r>
            <a:r>
              <a:rPr spc="-25" dirty="0"/>
              <a:t>aus 	</a:t>
            </a:r>
            <a:r>
              <a:rPr dirty="0"/>
              <a:t>Sprint</a:t>
            </a:r>
            <a:r>
              <a:rPr spc="-45" dirty="0"/>
              <a:t> </a:t>
            </a:r>
            <a:r>
              <a:rPr dirty="0"/>
              <a:t>2</a:t>
            </a:r>
            <a:r>
              <a:rPr spc="-30" dirty="0"/>
              <a:t> </a:t>
            </a:r>
            <a:r>
              <a:rPr spc="-10" dirty="0"/>
              <a:t>fertigstellen</a:t>
            </a:r>
          </a:p>
          <a:p>
            <a:pPr marL="698500" lvl="1" indent="-228600">
              <a:lnSpc>
                <a:spcPts val="2280"/>
              </a:lnSpc>
              <a:spcBef>
                <a:spcPts val="260"/>
              </a:spcBef>
              <a:buFont typeface="Arial"/>
              <a:buChar char="•"/>
              <a:tabLst>
                <a:tab pos="698500" algn="l"/>
              </a:tabLst>
            </a:pPr>
            <a:r>
              <a:rPr sz="2000" spc="-10" dirty="0">
                <a:latin typeface="Calibri"/>
                <a:cs typeface="Calibri"/>
              </a:rPr>
              <a:t>Kurzfristig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fertig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gewordene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Routen</a:t>
            </a:r>
            <a:endParaRPr sz="2000">
              <a:latin typeface="Calibri"/>
              <a:cs typeface="Calibri"/>
            </a:endParaRPr>
          </a:p>
          <a:p>
            <a:pPr marL="698500">
              <a:lnSpc>
                <a:spcPts val="2280"/>
              </a:lnSpc>
            </a:pPr>
            <a:r>
              <a:rPr sz="2000" dirty="0"/>
              <a:t>einbinden,</a:t>
            </a:r>
            <a:r>
              <a:rPr sz="2000" spc="-55" dirty="0"/>
              <a:t> </a:t>
            </a:r>
            <a:r>
              <a:rPr sz="2000" spc="-10" dirty="0"/>
              <a:t>fehlende</a:t>
            </a:r>
            <a:r>
              <a:rPr sz="2000" spc="-40" dirty="0"/>
              <a:t> </a:t>
            </a:r>
            <a:r>
              <a:rPr sz="2000" dirty="0"/>
              <a:t>Routen</a:t>
            </a:r>
            <a:r>
              <a:rPr sz="2000" spc="-60" dirty="0"/>
              <a:t> </a:t>
            </a:r>
            <a:r>
              <a:rPr sz="2000" spc="-10" dirty="0"/>
              <a:t>ergänzen,</a:t>
            </a:r>
            <a:r>
              <a:rPr sz="2000" spc="-50" dirty="0"/>
              <a:t> …</a:t>
            </a:r>
            <a:endParaRPr sz="2000"/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Domain</a:t>
            </a:r>
            <a:r>
              <a:rPr spc="-50" dirty="0"/>
              <a:t> </a:t>
            </a:r>
            <a:r>
              <a:rPr dirty="0"/>
              <a:t>soll</a:t>
            </a:r>
            <a:r>
              <a:rPr spc="-25" dirty="0"/>
              <a:t> </a:t>
            </a:r>
            <a:r>
              <a:rPr spc="-10" dirty="0"/>
              <a:t>eingebunden</a:t>
            </a:r>
            <a:r>
              <a:rPr spc="-20" dirty="0"/>
              <a:t> </a:t>
            </a:r>
            <a:r>
              <a:rPr spc="-10" dirty="0"/>
              <a:t>werden</a:t>
            </a:r>
          </a:p>
          <a:p>
            <a:pPr marL="698500" lvl="1" indent="-228600">
              <a:lnSpc>
                <a:spcPts val="2280"/>
              </a:lnSpc>
              <a:spcBef>
                <a:spcPts val="295"/>
              </a:spcBef>
              <a:buFont typeface="Arial"/>
              <a:buChar char="•"/>
              <a:tabLst>
                <a:tab pos="698500" algn="l"/>
              </a:tabLst>
            </a:pPr>
            <a:r>
              <a:rPr sz="2000" spc="-10" dirty="0">
                <a:latin typeface="Calibri"/>
                <a:cs typeface="Calibri"/>
              </a:rPr>
              <a:t>Webapp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nicht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genauen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IP-</a:t>
            </a:r>
            <a:endParaRPr sz="2000">
              <a:latin typeface="Calibri"/>
              <a:cs typeface="Calibri"/>
            </a:endParaRPr>
          </a:p>
          <a:p>
            <a:pPr marL="698500">
              <a:lnSpc>
                <a:spcPts val="2280"/>
              </a:lnSpc>
            </a:pPr>
            <a:r>
              <a:rPr sz="2000" dirty="0"/>
              <a:t>Adresse</a:t>
            </a:r>
            <a:r>
              <a:rPr sz="2000" spc="-85" dirty="0"/>
              <a:t> </a:t>
            </a:r>
            <a:r>
              <a:rPr sz="2000" dirty="0"/>
              <a:t>des</a:t>
            </a:r>
            <a:r>
              <a:rPr sz="2000" spc="-90" dirty="0"/>
              <a:t> </a:t>
            </a:r>
            <a:r>
              <a:rPr sz="2000" dirty="0"/>
              <a:t>Servers</a:t>
            </a:r>
            <a:r>
              <a:rPr sz="2000" spc="-75" dirty="0"/>
              <a:t> </a:t>
            </a:r>
            <a:r>
              <a:rPr sz="2000" dirty="0"/>
              <a:t>erreichbar</a:t>
            </a:r>
            <a:r>
              <a:rPr sz="2000" spc="-95" dirty="0"/>
              <a:t> </a:t>
            </a:r>
            <a:r>
              <a:rPr sz="2000" spc="-20" dirty="0"/>
              <a:t>sein</a:t>
            </a:r>
            <a:endParaRPr sz="2000"/>
          </a:p>
          <a:p>
            <a:pPr marL="240029" marR="227965" indent="-227965">
              <a:lnSpc>
                <a:spcPts val="259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pc="-10" dirty="0"/>
              <a:t>Weiter</a:t>
            </a:r>
            <a:r>
              <a:rPr spc="-35" dirty="0"/>
              <a:t> </a:t>
            </a:r>
            <a:r>
              <a:rPr spc="-10" dirty="0"/>
              <a:t>Funktionalitäten</a:t>
            </a:r>
            <a:r>
              <a:rPr spc="-45" dirty="0"/>
              <a:t> </a:t>
            </a:r>
            <a:r>
              <a:rPr dirty="0"/>
              <a:t>im</a:t>
            </a:r>
            <a:r>
              <a:rPr spc="-35" dirty="0"/>
              <a:t> </a:t>
            </a:r>
            <a:r>
              <a:rPr spc="-10" dirty="0"/>
              <a:t>API-Service 	realisieren</a:t>
            </a:r>
          </a:p>
          <a:p>
            <a:pPr marL="698500" lvl="1" indent="-228600">
              <a:lnSpc>
                <a:spcPts val="228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Alte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minütlich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Kurse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sollen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zu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Tageskursen</a:t>
            </a:r>
            <a:endParaRPr sz="2000">
              <a:latin typeface="Calibri"/>
              <a:cs typeface="Calibri"/>
            </a:endParaRPr>
          </a:p>
          <a:p>
            <a:pPr marL="698500">
              <a:lnSpc>
                <a:spcPts val="2280"/>
              </a:lnSpc>
            </a:pPr>
            <a:r>
              <a:rPr sz="2000" spc="-10" dirty="0"/>
              <a:t>zusammengefasst</a:t>
            </a:r>
            <a:r>
              <a:rPr sz="2000" spc="-80" dirty="0"/>
              <a:t> </a:t>
            </a:r>
            <a:r>
              <a:rPr sz="2000" spc="-10" dirty="0"/>
              <a:t>werden</a:t>
            </a:r>
            <a:endParaRPr sz="2000"/>
          </a:p>
          <a:p>
            <a:pPr marL="240665" indent="-22796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</a:tabLst>
            </a:pPr>
            <a:r>
              <a:rPr dirty="0"/>
              <a:t>Optional</a:t>
            </a:r>
            <a:r>
              <a:rPr spc="-35" dirty="0"/>
              <a:t> </a:t>
            </a:r>
            <a:r>
              <a:rPr dirty="0"/>
              <a:t>(als</a:t>
            </a:r>
            <a:r>
              <a:rPr spc="-30" dirty="0"/>
              <a:t> </a:t>
            </a:r>
            <a:r>
              <a:rPr spc="-10" dirty="0"/>
              <a:t>Entwicklungserleichterung)</a:t>
            </a:r>
          </a:p>
          <a:p>
            <a:pPr marL="698500" lvl="1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CI/CD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Pipeline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einrichten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SPRINT</a:t>
            </a:r>
            <a:r>
              <a:rPr spc="-30" dirty="0"/>
              <a:t> </a:t>
            </a:r>
            <a:r>
              <a:rPr spc="-50" dirty="0"/>
              <a:t>3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874575" y="-4003"/>
            <a:ext cx="6322695" cy="5795010"/>
            <a:chOff x="5874575" y="-4003"/>
            <a:chExt cx="6322695" cy="57950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4164" y="0"/>
              <a:ext cx="6307836" cy="57805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79338" y="758"/>
              <a:ext cx="6313170" cy="5785485"/>
            </a:xfrm>
            <a:custGeom>
              <a:avLst/>
              <a:gdLst/>
              <a:ahLst/>
              <a:cxnLst/>
              <a:rect l="l" t="t" r="r" b="b"/>
              <a:pathLst>
                <a:path w="6313170" h="5785485">
                  <a:moveTo>
                    <a:pt x="6312662" y="4522454"/>
                  </a:moveTo>
                  <a:lnTo>
                    <a:pt x="6119748" y="4734944"/>
                  </a:lnTo>
                  <a:lnTo>
                    <a:pt x="5995289" y="4853816"/>
                  </a:lnTo>
                  <a:lnTo>
                    <a:pt x="5864987" y="4966211"/>
                  </a:lnTo>
                  <a:lnTo>
                    <a:pt x="5729478" y="5072764"/>
                  </a:lnTo>
                  <a:lnTo>
                    <a:pt x="5589143" y="5172459"/>
                  </a:lnTo>
                  <a:lnTo>
                    <a:pt x="5443728" y="5265931"/>
                  </a:lnTo>
                  <a:lnTo>
                    <a:pt x="5293487" y="5352164"/>
                  </a:lnTo>
                  <a:lnTo>
                    <a:pt x="5138928" y="5431158"/>
                  </a:lnTo>
                  <a:lnTo>
                    <a:pt x="4979923" y="5503167"/>
                  </a:lnTo>
                  <a:lnTo>
                    <a:pt x="4817364" y="5567556"/>
                  </a:lnTo>
                  <a:lnTo>
                    <a:pt x="4650867" y="5623537"/>
                  </a:lnTo>
                  <a:lnTo>
                    <a:pt x="4480814" y="5672026"/>
                  </a:lnTo>
                  <a:lnTo>
                    <a:pt x="4307078" y="5712158"/>
                  </a:lnTo>
                  <a:lnTo>
                    <a:pt x="4130675" y="5743552"/>
                  </a:lnTo>
                  <a:lnTo>
                    <a:pt x="3951478" y="5766209"/>
                  </a:lnTo>
                  <a:lnTo>
                    <a:pt x="3769487" y="5780116"/>
                  </a:lnTo>
                  <a:lnTo>
                    <a:pt x="3585083" y="5784891"/>
                  </a:lnTo>
                  <a:lnTo>
                    <a:pt x="3400679" y="5780116"/>
                  </a:lnTo>
                  <a:lnTo>
                    <a:pt x="3218688" y="5766209"/>
                  </a:lnTo>
                  <a:lnTo>
                    <a:pt x="3038983" y="5743552"/>
                  </a:lnTo>
                  <a:lnTo>
                    <a:pt x="2862580" y="5712158"/>
                  </a:lnTo>
                  <a:lnTo>
                    <a:pt x="2689352" y="5672026"/>
                  </a:lnTo>
                  <a:lnTo>
                    <a:pt x="2518791" y="5623537"/>
                  </a:lnTo>
                  <a:lnTo>
                    <a:pt x="2352293" y="5567556"/>
                  </a:lnTo>
                  <a:lnTo>
                    <a:pt x="2189734" y="5503167"/>
                  </a:lnTo>
                  <a:lnTo>
                    <a:pt x="2030730" y="5431158"/>
                  </a:lnTo>
                  <a:lnTo>
                    <a:pt x="1876170" y="5352164"/>
                  </a:lnTo>
                  <a:lnTo>
                    <a:pt x="1725930" y="5265931"/>
                  </a:lnTo>
                  <a:lnTo>
                    <a:pt x="1580514" y="5172459"/>
                  </a:lnTo>
                  <a:lnTo>
                    <a:pt x="1440307" y="5072764"/>
                  </a:lnTo>
                  <a:lnTo>
                    <a:pt x="1304797" y="4966211"/>
                  </a:lnTo>
                  <a:lnTo>
                    <a:pt x="1174750" y="4853816"/>
                  </a:lnTo>
                  <a:lnTo>
                    <a:pt x="1050036" y="4734944"/>
                  </a:lnTo>
                  <a:lnTo>
                    <a:pt x="931544" y="4610611"/>
                  </a:lnTo>
                  <a:lnTo>
                    <a:pt x="818768" y="4480182"/>
                  </a:lnTo>
                  <a:lnTo>
                    <a:pt x="712215" y="4344673"/>
                  </a:lnTo>
                  <a:lnTo>
                    <a:pt x="612521" y="4204465"/>
                  </a:lnTo>
                  <a:lnTo>
                    <a:pt x="519049" y="4058923"/>
                  </a:lnTo>
                  <a:lnTo>
                    <a:pt x="432815" y="3908809"/>
                  </a:lnTo>
                  <a:lnTo>
                    <a:pt x="353695" y="3754123"/>
                  </a:lnTo>
                  <a:lnTo>
                    <a:pt x="281813" y="3595627"/>
                  </a:lnTo>
                  <a:lnTo>
                    <a:pt x="217424" y="3432686"/>
                  </a:lnTo>
                  <a:lnTo>
                    <a:pt x="161416" y="3266189"/>
                  </a:lnTo>
                  <a:lnTo>
                    <a:pt x="112902" y="3096009"/>
                  </a:lnTo>
                  <a:lnTo>
                    <a:pt x="72771" y="2922400"/>
                  </a:lnTo>
                  <a:lnTo>
                    <a:pt x="41401" y="2745997"/>
                  </a:lnTo>
                  <a:lnTo>
                    <a:pt x="18796" y="2566673"/>
                  </a:lnTo>
                  <a:lnTo>
                    <a:pt x="4825" y="2384682"/>
                  </a:lnTo>
                  <a:lnTo>
                    <a:pt x="0" y="2200278"/>
                  </a:lnTo>
                  <a:lnTo>
                    <a:pt x="2794" y="2061594"/>
                  </a:lnTo>
                  <a:lnTo>
                    <a:pt x="10413" y="1924561"/>
                  </a:lnTo>
                  <a:lnTo>
                    <a:pt x="23495" y="1788544"/>
                  </a:lnTo>
                  <a:lnTo>
                    <a:pt x="41401" y="1654305"/>
                  </a:lnTo>
                  <a:lnTo>
                    <a:pt x="64008" y="1521590"/>
                  </a:lnTo>
                  <a:lnTo>
                    <a:pt x="91821" y="1390780"/>
                  </a:lnTo>
                  <a:lnTo>
                    <a:pt x="124460" y="1261621"/>
                  </a:lnTo>
                  <a:lnTo>
                    <a:pt x="161416" y="1134494"/>
                  </a:lnTo>
                  <a:lnTo>
                    <a:pt x="202691" y="1008891"/>
                  </a:lnTo>
                  <a:lnTo>
                    <a:pt x="248792" y="885701"/>
                  </a:lnTo>
                  <a:lnTo>
                    <a:pt x="298958" y="764924"/>
                  </a:lnTo>
                  <a:lnTo>
                    <a:pt x="353695" y="646052"/>
                  </a:lnTo>
                  <a:lnTo>
                    <a:pt x="412114" y="529974"/>
                  </a:lnTo>
                  <a:lnTo>
                    <a:pt x="474979" y="415928"/>
                  </a:lnTo>
                  <a:lnTo>
                    <a:pt x="541782" y="304676"/>
                  </a:lnTo>
                  <a:lnTo>
                    <a:pt x="612521" y="196091"/>
                  </a:lnTo>
                  <a:lnTo>
                    <a:pt x="759095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654" y="2041982"/>
            <a:ext cx="5268595" cy="258635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819"/>
              </a:spcBef>
            </a:pPr>
            <a:r>
              <a:rPr sz="6000" spc="-10" dirty="0">
                <a:solidFill>
                  <a:srgbClr val="FFFFFF"/>
                </a:solidFill>
              </a:rPr>
              <a:t>VORSTELLUNG </a:t>
            </a:r>
            <a:r>
              <a:rPr sz="6000" spc="-25" dirty="0">
                <a:solidFill>
                  <a:srgbClr val="FFFFFF"/>
                </a:solidFill>
              </a:rPr>
              <a:t>DER </a:t>
            </a:r>
            <a:r>
              <a:rPr sz="6000" spc="-10" dirty="0">
                <a:solidFill>
                  <a:srgbClr val="FFFFFF"/>
                </a:solidFill>
              </a:rPr>
              <a:t>ERGEBNISSE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0183" y="728472"/>
            <a:ext cx="5306568" cy="53050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Design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95_TF34076243" id="{08700077-069E-4FC7-9803-E0E8FFC68286}" vid="{D3EE604E-3FB4-4B44-A42C-EEFA81C76CBD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150</Words>
  <Application>Microsoft Office PowerPoint</Application>
  <PresentationFormat>Breitbild</PresentationFormat>
  <Paragraphs>39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Arial</vt:lpstr>
      <vt:lpstr>Calibri</vt:lpstr>
      <vt:lpstr>Corbel</vt:lpstr>
      <vt:lpstr>Times New Roman</vt:lpstr>
      <vt:lpstr>Office Theme</vt:lpstr>
      <vt:lpstr>Office-Design</vt:lpstr>
      <vt:lpstr>Software Wildau Investment and Financial Trading </vt:lpstr>
      <vt:lpstr>SPRINT 2</vt:lpstr>
      <vt:lpstr>SPRINT 3</vt:lpstr>
      <vt:lpstr>VORSTELLUNG DER ERGEBNISSE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Präsentati-onstitel</dc:title>
  <dc:creator>Lukas Sontowski</dc:creator>
  <cp:lastModifiedBy>Lukas Sontowski</cp:lastModifiedBy>
  <cp:revision>1</cp:revision>
  <dcterms:created xsi:type="dcterms:W3CDTF">2025-06-02T17:39:57Z</dcterms:created>
  <dcterms:modified xsi:type="dcterms:W3CDTF">2025-06-02T17:41:17Z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2025-05-19T00:00:00Z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2025-06-02T00:00:00Z</vt:filetime>
  </property>
  <property fmtid="{D5CDD505-2E9C-101B-9397-08002B2CF9AE}" pid="5" name="Producer">
    <vt:lpwstr>Microsoft® PowerPoint® LTSC</vt:lpwstr>
  </property>
</Properties>
</file>