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8" r:id="rId5"/>
    <p:sldId id="278" r:id="rId6"/>
    <p:sldId id="279" r:id="rId7"/>
    <p:sldId id="276" r:id="rId8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1541" autoAdjust="0"/>
  </p:normalViewPr>
  <p:slideViewPr>
    <p:cSldViewPr snapToGrid="0" showGuides="1">
      <p:cViewPr varScale="1">
        <p:scale>
          <a:sx n="111" d="100"/>
          <a:sy n="111" d="100"/>
        </p:scale>
        <p:origin x="1267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94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E87C01A-9758-4250-8ECE-0642C0695A6C}" type="datetime1">
              <a:rPr lang="de-DE" smtClean="0"/>
              <a:t>13.06.2025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18A1656-FDB1-442A-B22F-67D2FDA9ED1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47850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5684A-D8A0-486B-B44A-49251F0233F5}" type="datetime1">
              <a:rPr lang="de-DE" smtClean="0"/>
              <a:pPr/>
              <a:t>13.06.2025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336304E-FDE3-4B4F-A3B7-EBE87F3FA5E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9795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8220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312605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313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1579014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7745" y="5379832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dirty="0"/>
              <a:t>Master-Untertitelformat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337688" y="5257453"/>
            <a:ext cx="313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Bild 8">
            <a:extLst>
              <a:ext uri="{FF2B5EF4-FFF2-40B4-BE49-F238E27FC236}">
                <a16:creationId xmlns:a16="http://schemas.microsoft.com/office/drawing/2014/main" id="{65B85C08-1DBE-4055-8D6F-73F19C4528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15850" y="527841"/>
            <a:ext cx="1745251" cy="40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40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333" userDrawn="1">
          <p15:clr>
            <a:srgbClr val="FBAE40"/>
          </p15:clr>
        </p15:guide>
        <p15:guide id="4" pos="36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39388" y="1154832"/>
            <a:ext cx="7900525" cy="76446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 dirty="0"/>
              <a:t>Hier Platzhaltertext einfügen</a:t>
            </a: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3041" y="2270376"/>
            <a:ext cx="6206400" cy="4587625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750495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2E17FB3-B5C4-4B3A-A57B-C6493A9D0C66}"/>
              </a:ext>
            </a:extLst>
          </p:cNvPr>
          <p:cNvGrpSpPr/>
          <p:nvPr userDrawn="1"/>
        </p:nvGrpSpPr>
        <p:grpSpPr>
          <a:xfrm rot="8650774">
            <a:off x="2691063" y="3860360"/>
            <a:ext cx="1905000" cy="2354263"/>
            <a:chOff x="11114088" y="2241550"/>
            <a:chExt cx="1905000" cy="2354263"/>
          </a:xfrm>
          <a:solidFill>
            <a:schemeClr val="bg2"/>
          </a:solidFill>
        </p:grpSpPr>
        <p:sp>
          <p:nvSpPr>
            <p:cNvPr id="11" name="Freihandform 5">
              <a:extLst>
                <a:ext uri="{FF2B5EF4-FFF2-40B4-BE49-F238E27FC236}">
                  <a16:creationId xmlns:a16="http://schemas.microsoft.com/office/drawing/2014/main" id="{DCA6C454-F761-4265-BB5E-DFD947CC3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2" name="Freihandform 6">
              <a:extLst>
                <a:ext uri="{FF2B5EF4-FFF2-40B4-BE49-F238E27FC236}">
                  <a16:creationId xmlns:a16="http://schemas.microsoft.com/office/drawing/2014/main" id="{6B853B2F-9E1C-4AC4-9344-8610498D5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3" name="Freihandform 7">
              <a:extLst>
                <a:ext uri="{FF2B5EF4-FFF2-40B4-BE49-F238E27FC236}">
                  <a16:creationId xmlns:a16="http://schemas.microsoft.com/office/drawing/2014/main" id="{B7FCC84B-2235-4948-8277-8363DFC69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26619E66-5354-4D60-8529-27917AC03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4648" y="0"/>
            <a:ext cx="6307353" cy="5780372"/>
          </a:xfrm>
          <a:custGeom>
            <a:avLst/>
            <a:gdLst>
              <a:gd name="connsiteX0" fmla="*/ 760444 w 6307353"/>
              <a:gd name="connsiteY0" fmla="*/ 0 h 5780372"/>
              <a:gd name="connsiteX1" fmla="*/ 6307353 w 6307353"/>
              <a:gd name="connsiteY1" fmla="*/ 0 h 5780372"/>
              <a:gd name="connsiteX2" fmla="*/ 6307353 w 6307353"/>
              <a:gd name="connsiteY2" fmla="*/ 4515612 h 5780372"/>
              <a:gd name="connsiteX3" fmla="*/ 6110746 w 6307353"/>
              <a:gd name="connsiteY3" fmla="*/ 4731934 h 5780372"/>
              <a:gd name="connsiteX4" fmla="*/ 3579592 w 6307353"/>
              <a:gd name="connsiteY4" fmla="*/ 5780372 h 5780372"/>
              <a:gd name="connsiteX5" fmla="*/ 0 w 6307353"/>
              <a:gd name="connsiteY5" fmla="*/ 2200780 h 5780372"/>
              <a:gd name="connsiteX6" fmla="*/ 611338 w 6307353"/>
              <a:gd name="connsiteY6" fmla="*/ 199396 h 578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7353" h="5780372">
                <a:moveTo>
                  <a:pt x="760444" y="0"/>
                </a:moveTo>
                <a:lnTo>
                  <a:pt x="6307353" y="0"/>
                </a:lnTo>
                <a:lnTo>
                  <a:pt x="6307353" y="4515612"/>
                </a:lnTo>
                <a:lnTo>
                  <a:pt x="6110746" y="4731934"/>
                </a:lnTo>
                <a:cubicBezTo>
                  <a:pt x="5462967" y="5379713"/>
                  <a:pt x="4568069" y="5780372"/>
                  <a:pt x="3579592" y="5780372"/>
                </a:cubicBezTo>
                <a:cubicBezTo>
                  <a:pt x="1602638" y="5780372"/>
                  <a:pt x="0" y="4177734"/>
                  <a:pt x="0" y="2200780"/>
                </a:cubicBezTo>
                <a:cubicBezTo>
                  <a:pt x="0" y="1459422"/>
                  <a:pt x="225371" y="770703"/>
                  <a:pt x="611338" y="19939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2E646B4F-6CCB-724C-9D5E-6D577002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696208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D415693-E2CB-4DB4-B07C-2F96B0CAB302}"/>
              </a:ext>
            </a:extLst>
          </p:cNvPr>
          <p:cNvSpPr/>
          <p:nvPr userDrawn="1"/>
        </p:nvSpPr>
        <p:spPr>
          <a:xfrm>
            <a:off x="7854462" y="988536"/>
            <a:ext cx="4329129" cy="488092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14C1BF67-E354-4E04-8F94-BABF2B7D1AFB}"/>
              </a:ext>
            </a:extLst>
          </p:cNvPr>
          <p:cNvSpPr/>
          <p:nvPr userDrawn="1"/>
        </p:nvSpPr>
        <p:spPr>
          <a:xfrm>
            <a:off x="5107816" y="633613"/>
            <a:ext cx="5571908" cy="557190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id="{FF6AC390-6F85-4B64-AE7A-E8E0D8FC89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5212" y="988536"/>
            <a:ext cx="4884848" cy="488484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96998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 userDrawn="1"/>
        </p:nvSpPr>
        <p:spPr>
          <a:xfrm>
            <a:off x="8308181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E799E3E2-888B-2343-9A63-F84C03265CB5}"/>
              </a:ext>
            </a:extLst>
          </p:cNvPr>
          <p:cNvSpPr>
            <a:spLocks noChangeAspect="1"/>
          </p:cNvSpPr>
          <p:nvPr userDrawn="1"/>
        </p:nvSpPr>
        <p:spPr>
          <a:xfrm>
            <a:off x="9833702" y="1823757"/>
            <a:ext cx="832104" cy="83210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3" name="Bildplatzhalter 11">
            <a:extLst>
              <a:ext uri="{FF2B5EF4-FFF2-40B4-BE49-F238E27FC236}">
                <a16:creationId xmlns:a16="http://schemas.microsoft.com/office/drawing/2014/main" id="{8FEDE8EF-5B7A-A741-9A56-D365CAE01B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98318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 userDrawn="1"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C1E0992-271E-4948-9461-C7AA54AF8FEA}"/>
              </a:ext>
            </a:extLst>
          </p:cNvPr>
          <p:cNvSpPr>
            <a:spLocks noChangeAspect="1"/>
          </p:cNvSpPr>
          <p:nvPr userDrawn="1"/>
        </p:nvSpPr>
        <p:spPr>
          <a:xfrm>
            <a:off x="1526011" y="1823757"/>
            <a:ext cx="832104" cy="83210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26" y="3207024"/>
            <a:ext cx="3445566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35B71D50-AA4B-4E0C-8F6A-0F64F2C8A8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3819" y="1630018"/>
            <a:ext cx="4424362" cy="4373217"/>
          </a:xfrm>
          <a:solidFill>
            <a:schemeClr val="bg2">
              <a:lumMod val="9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527490" y="3207024"/>
            <a:ext cx="3445200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19126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27124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483B974E-5202-4EAD-9D55-4129C84BAE8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90627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</p:spTree>
    <p:extLst>
      <p:ext uri="{BB962C8B-B14F-4D97-AF65-F5344CB8AC3E}">
        <p14:creationId xmlns:p14="http://schemas.microsoft.com/office/powerpoint/2010/main" val="174103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s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B6EB0C6-606C-4AFB-8FF8-AB43606B95BD}"/>
              </a:ext>
            </a:extLst>
          </p:cNvPr>
          <p:cNvSpPr/>
          <p:nvPr userDrawn="1"/>
        </p:nvSpPr>
        <p:spPr>
          <a:xfrm>
            <a:off x="6599236" y="4707908"/>
            <a:ext cx="5592763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5CE6D5A-A5C0-4B12-A26A-691D5743FA5C}"/>
              </a:ext>
            </a:extLst>
          </p:cNvPr>
          <p:cNvSpPr/>
          <p:nvPr userDrawn="1"/>
        </p:nvSpPr>
        <p:spPr>
          <a:xfrm>
            <a:off x="-82063" y="1648186"/>
            <a:ext cx="5709139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934" y="2863158"/>
            <a:ext cx="4074002" cy="2846648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accent2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09370" y="1903728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r">
              <a:buNone/>
              <a:defRPr sz="18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Hier Thema 01 einfügen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E5123CE7-2F8A-489B-BD99-0C2A33ADF49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327918" y="1648186"/>
            <a:ext cx="4074002" cy="2834508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07730BCF-AC2A-4FEC-8F01-63964DB444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475709" y="4963450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Hier Thema 02 einfügen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919C8692-230B-D543-A7F7-4FD61B04D1C6}"/>
              </a:ext>
            </a:extLst>
          </p:cNvPr>
          <p:cNvSpPr>
            <a:spLocks noChangeAspect="1"/>
          </p:cNvSpPr>
          <p:nvPr userDrawn="1"/>
        </p:nvSpPr>
        <p:spPr>
          <a:xfrm>
            <a:off x="5084763" y="1652762"/>
            <a:ext cx="1001899" cy="100189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4" name="Bildplatzhalter 11">
            <a:extLst>
              <a:ext uri="{FF2B5EF4-FFF2-40B4-BE49-F238E27FC236}">
                <a16:creationId xmlns:a16="http://schemas.microsoft.com/office/drawing/2014/main" id="{E150BFC7-A11D-CC46-B5A2-8BD93C26950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82969" y="1850968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F95B55F4-B501-3440-8904-A1C7F049CBE8}"/>
              </a:ext>
            </a:extLst>
          </p:cNvPr>
          <p:cNvSpPr>
            <a:spLocks noChangeAspect="1"/>
          </p:cNvSpPr>
          <p:nvPr userDrawn="1"/>
        </p:nvSpPr>
        <p:spPr>
          <a:xfrm>
            <a:off x="6100576" y="4707907"/>
            <a:ext cx="1001899" cy="100189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9" name="Bildplatzhalter 11">
            <a:extLst>
              <a:ext uri="{FF2B5EF4-FFF2-40B4-BE49-F238E27FC236}">
                <a16:creationId xmlns:a16="http://schemas.microsoft.com/office/drawing/2014/main" id="{F2116994-BE3E-6A43-9C15-E71BA8EC821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298782" y="4906113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</p:spTree>
    <p:extLst>
      <p:ext uri="{BB962C8B-B14F-4D97-AF65-F5344CB8AC3E}">
        <p14:creationId xmlns:p14="http://schemas.microsoft.com/office/powerpoint/2010/main" val="89140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4B31150-A166-4DB3-A898-2154C9665891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2" name="Freihandform 5">
              <a:extLst>
                <a:ext uri="{FF2B5EF4-FFF2-40B4-BE49-F238E27FC236}">
                  <a16:creationId xmlns:a16="http://schemas.microsoft.com/office/drawing/2014/main" id="{1C1A95BC-42CA-4166-918D-DF4306881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3" name="Freihandform 6">
              <a:extLst>
                <a:ext uri="{FF2B5EF4-FFF2-40B4-BE49-F238E27FC236}">
                  <a16:creationId xmlns:a16="http://schemas.microsoft.com/office/drawing/2014/main" id="{4B4D5F91-2158-4A30-B83C-5CC9CC6E5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4" name="Freihandform 7">
              <a:extLst>
                <a:ext uri="{FF2B5EF4-FFF2-40B4-BE49-F238E27FC236}">
                  <a16:creationId xmlns:a16="http://schemas.microsoft.com/office/drawing/2014/main" id="{C509E5D6-79CC-4E1D-AAF4-C6F28F3C1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6" name="Titel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6502"/>
            <a:ext cx="1073019" cy="243867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56476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431CD316-21C7-4FA9-A45A-374D6AE71ED5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36" name="Freihandform 5">
              <a:extLst>
                <a:ext uri="{FF2B5EF4-FFF2-40B4-BE49-F238E27FC236}">
                  <a16:creationId xmlns:a16="http://schemas.microsoft.com/office/drawing/2014/main" id="{E107D9FB-3967-4583-A9DA-6787AF712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37" name="Freihandform 6">
              <a:extLst>
                <a:ext uri="{FF2B5EF4-FFF2-40B4-BE49-F238E27FC236}">
                  <a16:creationId xmlns:a16="http://schemas.microsoft.com/office/drawing/2014/main" id="{138D5FEB-37FF-4F26-B625-CE2BE91FF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38" name="Freihandform 7">
              <a:extLst>
                <a:ext uri="{FF2B5EF4-FFF2-40B4-BE49-F238E27FC236}">
                  <a16:creationId xmlns:a16="http://schemas.microsoft.com/office/drawing/2014/main" id="{6C2B67E8-673C-422C-B021-296E2E2B9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23" name="Ellipse 22">
            <a:extLst>
              <a:ext uri="{FF2B5EF4-FFF2-40B4-BE49-F238E27FC236}">
                <a16:creationId xmlns:a16="http://schemas.microsoft.com/office/drawing/2014/main" id="{687010E4-ADF2-486D-8DF7-B0FF38C6DADF}"/>
              </a:ext>
            </a:extLst>
          </p:cNvPr>
          <p:cNvSpPr/>
          <p:nvPr userDrawn="1"/>
        </p:nvSpPr>
        <p:spPr>
          <a:xfrm>
            <a:off x="954140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159AA79-2237-4A27-BBC2-D44032158D19}"/>
              </a:ext>
            </a:extLst>
          </p:cNvPr>
          <p:cNvSpPr/>
          <p:nvPr userDrawn="1"/>
        </p:nvSpPr>
        <p:spPr>
          <a:xfrm>
            <a:off x="3807539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0272B962-9566-42D2-B4C3-E7AA81884A83}"/>
              </a:ext>
            </a:extLst>
          </p:cNvPr>
          <p:cNvSpPr/>
          <p:nvPr userDrawn="1"/>
        </p:nvSpPr>
        <p:spPr>
          <a:xfrm>
            <a:off x="6646275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9733285-016C-4C38-816C-83D30C075C70}"/>
              </a:ext>
            </a:extLst>
          </p:cNvPr>
          <p:cNvSpPr/>
          <p:nvPr userDrawn="1"/>
        </p:nvSpPr>
        <p:spPr>
          <a:xfrm>
            <a:off x="9498658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EF40DBA4-AB63-4B47-B37F-BCC3D59B5392}"/>
              </a:ext>
            </a:extLst>
          </p:cNvPr>
          <p:cNvSpPr/>
          <p:nvPr userDrawn="1"/>
        </p:nvSpPr>
        <p:spPr>
          <a:xfrm>
            <a:off x="4011967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1" name="Freihandform: Form 20">
            <a:extLst>
              <a:ext uri="{FF2B5EF4-FFF2-40B4-BE49-F238E27FC236}">
                <a16:creationId xmlns:a16="http://schemas.microsoft.com/office/drawing/2014/main" id="{33EF0AFB-D099-4FF1-8963-7DA87268867F}"/>
              </a:ext>
            </a:extLst>
          </p:cNvPr>
          <p:cNvSpPr/>
          <p:nvPr userDrawn="1"/>
        </p:nvSpPr>
        <p:spPr>
          <a:xfrm>
            <a:off x="6850703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6872C96E-9AF3-4FA0-8180-C213C7F2209E}"/>
              </a:ext>
            </a:extLst>
          </p:cNvPr>
          <p:cNvSpPr/>
          <p:nvPr userDrawn="1"/>
        </p:nvSpPr>
        <p:spPr>
          <a:xfrm>
            <a:off x="9703086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3A08BE29-CFA5-4E0D-9DBE-A430AE1B8072}"/>
              </a:ext>
            </a:extLst>
          </p:cNvPr>
          <p:cNvSpPr/>
          <p:nvPr userDrawn="1"/>
        </p:nvSpPr>
        <p:spPr>
          <a:xfrm>
            <a:off x="1158568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1B995BE-66C2-4379-885F-4BE069DA39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3638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9B56B6C6-9F3C-4E80-BBAD-280E697B8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57037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54704160-1ED7-4B90-8963-0F887C73E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773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36610597-6A76-4A06-82A5-A8FFC5BAE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48156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56D2E5-86E4-473A-A62F-B7029E5B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54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93934E34-6CC7-492D-9515-EBEC72EFF4C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24454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E4E27467-A1AA-4773-AAB5-A96267FBD71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77853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6CABD5EB-4A8B-448B-8ED1-B8B420815B2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7853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0D86883C-E501-47FF-AE1A-E9CE8B71B42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16589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3683A037-F698-4CC9-904D-F377D71F690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16589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0A095594-2B82-44ED-8C9B-DA7C4D3D287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068972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54CDD46A-22ED-48F5-9B5F-13B1B5C4B32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068972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</p:spTree>
    <p:extLst>
      <p:ext uri="{BB962C8B-B14F-4D97-AF65-F5344CB8AC3E}">
        <p14:creationId xmlns:p14="http://schemas.microsoft.com/office/powerpoint/2010/main" val="3876503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schö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dirty="0"/>
              <a:t>E-Mail-Adresse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844881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/>
            </a:lvl1pPr>
          </a:lstStyle>
          <a:p>
            <a:pPr marL="228600" lvl="0" indent="-228600" rtl="0"/>
            <a:r>
              <a:rPr lang="de-DE" noProof="0" dirty="0"/>
              <a:t>Hier Website-URL einfügen</a:t>
            </a:r>
          </a:p>
        </p:txBody>
      </p:sp>
      <p:pic>
        <p:nvPicPr>
          <p:cNvPr id="17" name="Grafik 16" descr="Umschlag">
            <a:extLst>
              <a:ext uri="{FF2B5EF4-FFF2-40B4-BE49-F238E27FC236}">
                <a16:creationId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18" name="Grafik 17" descr="Netzwerk">
            <a:extLst>
              <a:ext uri="{FF2B5EF4-FFF2-40B4-BE49-F238E27FC236}">
                <a16:creationId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CE9908F-CF81-43F9-880A-401D0C0F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429000"/>
            <a:ext cx="5011410" cy="651448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3713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15850" y="527841"/>
            <a:ext cx="1745251" cy="401407"/>
          </a:xfrm>
          <a:prstGeom prst="rect">
            <a:avLst/>
          </a:prstGeom>
        </p:spPr>
      </p:pic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77C312F4-62C2-4903-8C4B-423A8717E481}"/>
              </a:ext>
            </a:extLst>
          </p:cNvPr>
          <p:cNvCxnSpPr/>
          <p:nvPr userDrawn="1"/>
        </p:nvCxnSpPr>
        <p:spPr>
          <a:xfrm>
            <a:off x="6417982" y="4623048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el 1">
            <a:extLst>
              <a:ext uri="{FF2B5EF4-FFF2-40B4-BE49-F238E27FC236}">
                <a16:creationId xmlns:a16="http://schemas.microsoft.com/office/drawing/2014/main" id="{525B5135-F466-4A63-A42C-3BB2BAA7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4613" y="2968096"/>
            <a:ext cx="5011410" cy="921807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de-DE" noProof="0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10107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F54E98B-AC75-484D-9121-68498EB888AA}"/>
              </a:ext>
            </a:extLst>
          </p:cNvPr>
          <p:cNvSpPr/>
          <p:nvPr userDrawn="1"/>
        </p:nvSpPr>
        <p:spPr>
          <a:xfrm>
            <a:off x="754010" y="708293"/>
            <a:ext cx="5334029" cy="5334029"/>
          </a:xfrm>
          <a:prstGeom prst="ellips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057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D5251EA-F450-4DD1-995B-DC89513424C8}"/>
              </a:ext>
            </a:extLst>
          </p:cNvPr>
          <p:cNvGrpSpPr/>
          <p:nvPr userDrawn="1"/>
        </p:nvGrpSpPr>
        <p:grpSpPr>
          <a:xfrm rot="16200000">
            <a:off x="1637386" y="1473117"/>
            <a:ext cx="8917229" cy="10769768"/>
            <a:chOff x="-1728305" y="-2049517"/>
            <a:chExt cx="8917229" cy="10769768"/>
          </a:xfrm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44882F4E-E8C8-46FE-A9C8-7B79782767F6}"/>
                </a:ext>
              </a:extLst>
            </p:cNvPr>
            <p:cNvSpPr/>
            <p:nvPr userDrawn="1"/>
          </p:nvSpPr>
          <p:spPr>
            <a:xfrm>
              <a:off x="754010" y="708293"/>
              <a:ext cx="5334029" cy="5334029"/>
            </a:xfrm>
            <a:prstGeom prst="ellipse">
              <a:avLst/>
            </a:prstGeom>
            <a:solidFill>
              <a:schemeClr val="bg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/>
            </a:p>
          </p:txBody>
        </p: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965CD13B-04FB-40D5-AF62-2F43CF49BA9B}"/>
                </a:ext>
              </a:extLst>
            </p:cNvPr>
            <p:cNvGrpSpPr/>
            <p:nvPr userDrawn="1"/>
          </p:nvGrpSpPr>
          <p:grpSpPr>
            <a:xfrm>
              <a:off x="-1728305" y="-2049517"/>
              <a:ext cx="8917229" cy="10769768"/>
              <a:chOff x="11114088" y="2241550"/>
              <a:chExt cx="1905000" cy="2354263"/>
            </a:xfrm>
            <a:solidFill>
              <a:schemeClr val="bg1">
                <a:alpha val="16000"/>
              </a:schemeClr>
            </a:solidFill>
          </p:grpSpPr>
          <p:sp>
            <p:nvSpPr>
              <p:cNvPr id="19" name="Freihandform 5">
                <a:extLst>
                  <a:ext uri="{FF2B5EF4-FFF2-40B4-BE49-F238E27FC236}">
                    <a16:creationId xmlns:a16="http://schemas.microsoft.com/office/drawing/2014/main" id="{01876F8F-C11E-4FB2-8150-1F0602752F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2241550"/>
                <a:ext cx="1905000" cy="2354263"/>
              </a:xfrm>
              <a:custGeom>
                <a:avLst/>
                <a:gdLst>
                  <a:gd name="T0" fmla="*/ 0 w 447"/>
                  <a:gd name="T1" fmla="*/ 264 h 553"/>
                  <a:gd name="T2" fmla="*/ 141 w 447"/>
                  <a:gd name="T3" fmla="*/ 48 h 553"/>
                  <a:gd name="T4" fmla="*/ 414 w 447"/>
                  <a:gd name="T5" fmla="*/ 67 h 553"/>
                  <a:gd name="T6" fmla="*/ 438 w 447"/>
                  <a:gd name="T7" fmla="*/ 98 h 553"/>
                  <a:gd name="T8" fmla="*/ 391 w 447"/>
                  <a:gd name="T9" fmla="*/ 111 h 553"/>
                  <a:gd name="T10" fmla="*/ 94 w 447"/>
                  <a:gd name="T11" fmla="*/ 149 h 553"/>
                  <a:gd name="T12" fmla="*/ 107 w 447"/>
                  <a:gd name="T13" fmla="*/ 424 h 553"/>
                  <a:gd name="T14" fmla="*/ 383 w 447"/>
                  <a:gd name="T15" fmla="*/ 453 h 553"/>
                  <a:gd name="T16" fmla="*/ 393 w 447"/>
                  <a:gd name="T17" fmla="*/ 446 h 553"/>
                  <a:gd name="T18" fmla="*/ 433 w 447"/>
                  <a:gd name="T19" fmla="*/ 449 h 553"/>
                  <a:gd name="T20" fmla="*/ 421 w 447"/>
                  <a:gd name="T21" fmla="*/ 485 h 553"/>
                  <a:gd name="T22" fmla="*/ 194 w 447"/>
                  <a:gd name="T23" fmla="*/ 531 h 553"/>
                  <a:gd name="T24" fmla="*/ 0 w 447"/>
                  <a:gd name="T25" fmla="*/ 264 h 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7" h="553">
                    <a:moveTo>
                      <a:pt x="0" y="264"/>
                    </a:moveTo>
                    <a:cubicBezTo>
                      <a:pt x="5" y="176"/>
                      <a:pt x="49" y="96"/>
                      <a:pt x="141" y="48"/>
                    </a:cubicBezTo>
                    <a:cubicBezTo>
                      <a:pt x="235" y="0"/>
                      <a:pt x="327" y="9"/>
                      <a:pt x="414" y="67"/>
                    </a:cubicBezTo>
                    <a:cubicBezTo>
                      <a:pt x="425" y="75"/>
                      <a:pt x="439" y="82"/>
                      <a:pt x="438" y="98"/>
                    </a:cubicBezTo>
                    <a:cubicBezTo>
                      <a:pt x="437" y="120"/>
                      <a:pt x="413" y="127"/>
                      <a:pt x="391" y="111"/>
                    </a:cubicBezTo>
                    <a:cubicBezTo>
                      <a:pt x="294" y="40"/>
                      <a:pt x="166" y="56"/>
                      <a:pt x="94" y="149"/>
                    </a:cubicBezTo>
                    <a:cubicBezTo>
                      <a:pt x="30" y="231"/>
                      <a:pt x="36" y="349"/>
                      <a:pt x="107" y="424"/>
                    </a:cubicBezTo>
                    <a:cubicBezTo>
                      <a:pt x="180" y="502"/>
                      <a:pt x="296" y="514"/>
                      <a:pt x="383" y="453"/>
                    </a:cubicBezTo>
                    <a:cubicBezTo>
                      <a:pt x="386" y="451"/>
                      <a:pt x="390" y="449"/>
                      <a:pt x="393" y="446"/>
                    </a:cubicBezTo>
                    <a:cubicBezTo>
                      <a:pt x="407" y="433"/>
                      <a:pt x="420" y="433"/>
                      <a:pt x="433" y="449"/>
                    </a:cubicBezTo>
                    <a:cubicBezTo>
                      <a:pt x="447" y="467"/>
                      <a:pt x="433" y="477"/>
                      <a:pt x="421" y="485"/>
                    </a:cubicBezTo>
                    <a:cubicBezTo>
                      <a:pt x="353" y="537"/>
                      <a:pt x="277" y="553"/>
                      <a:pt x="194" y="531"/>
                    </a:cubicBezTo>
                    <a:cubicBezTo>
                      <a:pt x="79" y="501"/>
                      <a:pt x="1" y="397"/>
                      <a:pt x="0" y="2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de-DE" noProof="0" dirty="0"/>
              </a:p>
            </p:txBody>
          </p:sp>
          <p:sp>
            <p:nvSpPr>
              <p:cNvPr id="20" name="Freihandform 6">
                <a:extLst>
                  <a:ext uri="{FF2B5EF4-FFF2-40B4-BE49-F238E27FC236}">
                    <a16:creationId xmlns:a16="http://schemas.microsoft.com/office/drawing/2014/main" id="{08A1D05F-5F61-4156-8C83-1A002AA1E8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12538" y="2590800"/>
                <a:ext cx="835025" cy="1673225"/>
              </a:xfrm>
              <a:custGeom>
                <a:avLst/>
                <a:gdLst>
                  <a:gd name="T0" fmla="*/ 0 w 196"/>
                  <a:gd name="T1" fmla="*/ 198 h 393"/>
                  <a:gd name="T2" fmla="*/ 157 w 196"/>
                  <a:gd name="T3" fmla="*/ 8 h 393"/>
                  <a:gd name="T4" fmla="*/ 192 w 196"/>
                  <a:gd name="T5" fmla="*/ 22 h 393"/>
                  <a:gd name="T6" fmla="*/ 167 w 196"/>
                  <a:gd name="T7" fmla="*/ 56 h 393"/>
                  <a:gd name="T8" fmla="*/ 48 w 196"/>
                  <a:gd name="T9" fmla="*/ 198 h 393"/>
                  <a:gd name="T10" fmla="*/ 170 w 196"/>
                  <a:gd name="T11" fmla="*/ 339 h 393"/>
                  <a:gd name="T12" fmla="*/ 193 w 196"/>
                  <a:gd name="T13" fmla="*/ 372 h 393"/>
                  <a:gd name="T14" fmla="*/ 160 w 196"/>
                  <a:gd name="T15" fmla="*/ 387 h 393"/>
                  <a:gd name="T16" fmla="*/ 0 w 196"/>
                  <a:gd name="T17" fmla="*/ 198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6" h="393">
                    <a:moveTo>
                      <a:pt x="0" y="198"/>
                    </a:moveTo>
                    <a:cubicBezTo>
                      <a:pt x="0" y="103"/>
                      <a:pt x="64" y="26"/>
                      <a:pt x="157" y="8"/>
                    </a:cubicBezTo>
                    <a:cubicBezTo>
                      <a:pt x="171" y="6"/>
                      <a:pt x="188" y="0"/>
                      <a:pt x="192" y="22"/>
                    </a:cubicBezTo>
                    <a:cubicBezTo>
                      <a:pt x="196" y="41"/>
                      <a:pt x="190" y="52"/>
                      <a:pt x="167" y="56"/>
                    </a:cubicBezTo>
                    <a:cubicBezTo>
                      <a:pt x="95" y="70"/>
                      <a:pt x="47" y="129"/>
                      <a:pt x="48" y="198"/>
                    </a:cubicBezTo>
                    <a:cubicBezTo>
                      <a:pt x="48" y="267"/>
                      <a:pt x="97" y="325"/>
                      <a:pt x="170" y="339"/>
                    </a:cubicBezTo>
                    <a:cubicBezTo>
                      <a:pt x="191" y="343"/>
                      <a:pt x="195" y="354"/>
                      <a:pt x="193" y="372"/>
                    </a:cubicBezTo>
                    <a:cubicBezTo>
                      <a:pt x="190" y="393"/>
                      <a:pt x="174" y="389"/>
                      <a:pt x="160" y="387"/>
                    </a:cubicBezTo>
                    <a:cubicBezTo>
                      <a:pt x="70" y="375"/>
                      <a:pt x="0" y="293"/>
                      <a:pt x="0" y="1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de-DE" noProof="0" dirty="0"/>
              </a:p>
            </p:txBody>
          </p:sp>
        </p:grpSp>
      </p:grp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4D77C47B-CC1E-41DA-9146-5DFD63065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153348"/>
            <a:ext cx="10515600" cy="648543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26544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60E0B501-22AA-4685-BE9B-A267F6F675A7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4" name="Freihandform 5">
              <a:extLst>
                <a:ext uri="{FF2B5EF4-FFF2-40B4-BE49-F238E27FC236}">
                  <a16:creationId xmlns:a16="http://schemas.microsoft.com/office/drawing/2014/main" id="{5D0E179E-CA3D-4874-9ACD-F8990F48F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5" name="Freihandform 6">
              <a:extLst>
                <a:ext uri="{FF2B5EF4-FFF2-40B4-BE49-F238E27FC236}">
                  <a16:creationId xmlns:a16="http://schemas.microsoft.com/office/drawing/2014/main" id="{A9C53936-B93A-4CF6-8766-2FA93ACFE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6" name="Freihandform 7">
              <a:extLst>
                <a:ext uri="{FF2B5EF4-FFF2-40B4-BE49-F238E27FC236}">
                  <a16:creationId xmlns:a16="http://schemas.microsoft.com/office/drawing/2014/main" id="{5776DEA2-5422-4F51-B359-652B71274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825625"/>
            <a:ext cx="10837862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2" name="Bild 11">
            <a:extLst>
              <a:ext uri="{FF2B5EF4-FFF2-40B4-BE49-F238E27FC236}">
                <a16:creationId xmlns:a16="http://schemas.microsoft.com/office/drawing/2014/main" id="{EC2DFD46-BF74-47BA-A496-92ED1979C3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EF788279-D710-447A-9E71-4D134457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89758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C2A6B906-ACDA-40FD-8AC8-0B693AB1279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9" name="Freihandform 5">
              <a:extLst>
                <a:ext uri="{FF2B5EF4-FFF2-40B4-BE49-F238E27FC236}">
                  <a16:creationId xmlns:a16="http://schemas.microsoft.com/office/drawing/2014/main" id="{717F7366-5A99-4065-90C2-AE7DF5DD0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0" name="Freihandform 6">
              <a:extLst>
                <a:ext uri="{FF2B5EF4-FFF2-40B4-BE49-F238E27FC236}">
                  <a16:creationId xmlns:a16="http://schemas.microsoft.com/office/drawing/2014/main" id="{90A089CA-63B9-4456-B0B1-17C75EBFB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2" name="Freihandform 7">
              <a:extLst>
                <a:ext uri="{FF2B5EF4-FFF2-40B4-BE49-F238E27FC236}">
                  <a16:creationId xmlns:a16="http://schemas.microsoft.com/office/drawing/2014/main" id="{8D36B2D1-BCFE-43FC-8743-7B7A30E1A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079DA8F4-EDD3-4D62-A90B-8C3C1AFB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825625"/>
            <a:ext cx="5503862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DA0DA994-B4A9-447A-BEBF-3EA31D37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3" name="Bild 12">
            <a:extLst>
              <a:ext uri="{FF2B5EF4-FFF2-40B4-BE49-F238E27FC236}">
                <a16:creationId xmlns:a16="http://schemas.microsoft.com/office/drawing/2014/main" id="{332150F9-14BF-4DCB-884D-49596914C2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1" name="Titel 1">
            <a:extLst>
              <a:ext uri="{FF2B5EF4-FFF2-40B4-BE49-F238E27FC236}">
                <a16:creationId xmlns:a16="http://schemas.microsoft.com/office/drawing/2014/main" id="{19DEF115-82C2-4E9D-A22C-8DA561FB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092934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616F52B4-215E-4237-893C-E22B23804744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2" name="Freihandform 5">
              <a:extLst>
                <a:ext uri="{FF2B5EF4-FFF2-40B4-BE49-F238E27FC236}">
                  <a16:creationId xmlns:a16="http://schemas.microsoft.com/office/drawing/2014/main" id="{B7C40C77-B795-4B07-B92D-2E8A56635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3" name="Freihandform 6">
              <a:extLst>
                <a:ext uri="{FF2B5EF4-FFF2-40B4-BE49-F238E27FC236}">
                  <a16:creationId xmlns:a16="http://schemas.microsoft.com/office/drawing/2014/main" id="{6E703A1E-5F10-4BB5-9D52-77CB6F599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4" name="Freihandform 7">
              <a:extLst>
                <a:ext uri="{FF2B5EF4-FFF2-40B4-BE49-F238E27FC236}">
                  <a16:creationId xmlns:a16="http://schemas.microsoft.com/office/drawing/2014/main" id="{22CEE04C-09CE-41CF-937D-EC2D3C23E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774CF4BA-8DCB-42CF-A2C4-D6AF95E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67BA8B6E-A28D-4658-8C91-6CA7BD539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2505075"/>
            <a:ext cx="5157787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F73B3215-82DB-4DBF-9E77-3AE2308C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9" name="Inhaltsplatzhalter 5">
            <a:extLst>
              <a:ext uri="{FF2B5EF4-FFF2-40B4-BE49-F238E27FC236}">
                <a16:creationId xmlns:a16="http://schemas.microsoft.com/office/drawing/2014/main" id="{8DFD34E8-36CC-4FFE-926B-C170208F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21" name="Bild 20">
            <a:extLst>
              <a:ext uri="{FF2B5EF4-FFF2-40B4-BE49-F238E27FC236}">
                <a16:creationId xmlns:a16="http://schemas.microsoft.com/office/drawing/2014/main" id="{03383C6B-3BE4-4380-AF26-1C21492FCE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5" name="Titel 1">
            <a:extLst>
              <a:ext uri="{FF2B5EF4-FFF2-40B4-BE49-F238E27FC236}">
                <a16:creationId xmlns:a16="http://schemas.microsoft.com/office/drawing/2014/main" id="{AE3770E9-CB74-47B0-8229-91F6F756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461794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C57825D7-DD33-4B70-BBBE-D46E7A535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768485"/>
            <a:ext cx="5305662" cy="5305662"/>
          </a:xfrm>
          <a:custGeom>
            <a:avLst/>
            <a:gdLst>
              <a:gd name="connsiteX0" fmla="*/ 2652831 w 5305662"/>
              <a:gd name="connsiteY0" fmla="*/ 0 h 5305662"/>
              <a:gd name="connsiteX1" fmla="*/ 5305662 w 5305662"/>
              <a:gd name="connsiteY1" fmla="*/ 2652831 h 5305662"/>
              <a:gd name="connsiteX2" fmla="*/ 2652831 w 5305662"/>
              <a:gd name="connsiteY2" fmla="*/ 5305662 h 5305662"/>
              <a:gd name="connsiteX3" fmla="*/ 0 w 5305662"/>
              <a:gd name="connsiteY3" fmla="*/ 2652831 h 5305662"/>
              <a:gd name="connsiteX4" fmla="*/ 2652831 w 5305662"/>
              <a:gd name="connsiteY4" fmla="*/ 0 h 530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5662" h="5305662">
                <a:moveTo>
                  <a:pt x="2652831" y="0"/>
                </a:moveTo>
                <a:cubicBezTo>
                  <a:pt x="4117949" y="0"/>
                  <a:pt x="5305662" y="1187713"/>
                  <a:pt x="5305662" y="2652831"/>
                </a:cubicBezTo>
                <a:cubicBezTo>
                  <a:pt x="5305662" y="4117949"/>
                  <a:pt x="4117949" y="5305662"/>
                  <a:pt x="2652831" y="5305662"/>
                </a:cubicBezTo>
                <a:cubicBezTo>
                  <a:pt x="1187713" y="5305662"/>
                  <a:pt x="0" y="4117949"/>
                  <a:pt x="0" y="2652831"/>
                </a:cubicBezTo>
                <a:cubicBezTo>
                  <a:pt x="0" y="1187713"/>
                  <a:pt x="1187713" y="0"/>
                  <a:pt x="265283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 flipH="1">
            <a:off x="5400786" y="-2003509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19" name="Titel 1">
            <a:extLst>
              <a:ext uri="{FF2B5EF4-FFF2-40B4-BE49-F238E27FC236}">
                <a16:creationId xmlns:a16="http://schemas.microsoft.com/office/drawing/2014/main" id="{19A1397F-1946-4CBE-9EC5-159C3CBC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C535F2AB-153E-44A9-97BE-00553BEC1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06298D65-1027-4897-A948-DCEEF8FC3D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85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9F866E5C-B8AA-4805-B232-831BA01AAF1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0" name="Freihandform 5">
              <a:extLst>
                <a:ext uri="{FF2B5EF4-FFF2-40B4-BE49-F238E27FC236}">
                  <a16:creationId xmlns:a16="http://schemas.microsoft.com/office/drawing/2014/main" id="{F98614F0-2DA3-4F29-8CB3-D61424AC8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2" name="Freihandform 6">
              <a:extLst>
                <a:ext uri="{FF2B5EF4-FFF2-40B4-BE49-F238E27FC236}">
                  <a16:creationId xmlns:a16="http://schemas.microsoft.com/office/drawing/2014/main" id="{66D52F08-13EC-4AB4-BB79-89A5395A0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3" name="Freihandform 7">
              <a:extLst>
                <a:ext uri="{FF2B5EF4-FFF2-40B4-BE49-F238E27FC236}">
                  <a16:creationId xmlns:a16="http://schemas.microsoft.com/office/drawing/2014/main" id="{2544236D-8C3A-41EF-9A68-C84A8A7D0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9009D5C6-6206-4291-8037-67DC025F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BEB643FD-AA85-4A43-8EBD-AFD10DD98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9001F313-F798-43BE-AFF0-A68C84C3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3" name="Bild 12">
            <a:extLst>
              <a:ext uri="{FF2B5EF4-FFF2-40B4-BE49-F238E27FC236}">
                <a16:creationId xmlns:a16="http://schemas.microsoft.com/office/drawing/2014/main" id="{91881DEA-0ECB-4310-ADF5-4337ACB433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1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F5B716E-F937-40F9-B6CA-96B3068BCF36}" type="datetime1">
              <a:rPr lang="de-DE" noProof="0" smtClean="0"/>
              <a:t>13.06.2025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61" r:id="rId5"/>
    <p:sldLayoutId id="2147483662" r:id="rId6"/>
    <p:sldLayoutId id="2147483663" r:id="rId7"/>
    <p:sldLayoutId id="2147483654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AB08B8-3DB3-4637-AE23-B8DB96D9F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7688" y="1439517"/>
            <a:ext cx="5987394" cy="3883715"/>
          </a:xfrm>
        </p:spPr>
        <p:txBody>
          <a:bodyPr rtlCol="0"/>
          <a:lstStyle/>
          <a:p>
            <a:pPr rtl="0"/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</a:t>
            </a:r>
            <a:r>
              <a:rPr lang="de-DE" dirty="0"/>
              <a:t>oftware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</a:t>
            </a:r>
            <a:r>
              <a:rPr lang="de-DE" dirty="0"/>
              <a:t>ildau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</a:t>
            </a:r>
            <a:r>
              <a:rPr lang="de-DE" dirty="0"/>
              <a:t>nvestment and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</a:t>
            </a:r>
            <a:r>
              <a:rPr lang="de-DE" dirty="0"/>
              <a:t>inancial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</a:t>
            </a:r>
            <a:r>
              <a:rPr lang="de-DE" dirty="0"/>
              <a:t>rading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98AA37-E298-4CD8-9F0F-2123ACFD9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7688" y="5418483"/>
            <a:ext cx="5143500" cy="503167"/>
          </a:xfrm>
        </p:spPr>
        <p:txBody>
          <a:bodyPr rtlCol="0"/>
          <a:lstStyle/>
          <a:p>
            <a:pPr rtl="0"/>
            <a:r>
              <a:rPr lang="de-DE" dirty="0"/>
              <a:t>SWIFT </a:t>
            </a:r>
          </a:p>
        </p:txBody>
      </p:sp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CF942580-3492-48E1-B0BD-8D8901333DC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67172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C82DB3A-68B0-4993-AD19-03B6E104B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5243073" cy="4351338"/>
          </a:xfrm>
        </p:spPr>
        <p:txBody>
          <a:bodyPr/>
          <a:lstStyle/>
          <a:p>
            <a:r>
              <a:rPr lang="de-DE" dirty="0"/>
              <a:t>Testen</a:t>
            </a:r>
          </a:p>
          <a:p>
            <a:pPr lvl="1"/>
            <a:r>
              <a:rPr lang="de-DE" dirty="0"/>
              <a:t>Design</a:t>
            </a:r>
          </a:p>
          <a:p>
            <a:pPr lvl="1"/>
            <a:r>
              <a:rPr lang="de-DE" dirty="0"/>
              <a:t>Routen</a:t>
            </a:r>
          </a:p>
          <a:p>
            <a:pPr lvl="1"/>
            <a:r>
              <a:rPr lang="de-DE" dirty="0"/>
              <a:t>Logik</a:t>
            </a:r>
          </a:p>
          <a:p>
            <a:pPr lvl="1"/>
            <a:r>
              <a:rPr lang="de-DE" dirty="0"/>
              <a:t>Performance </a:t>
            </a:r>
          </a:p>
          <a:p>
            <a:r>
              <a:rPr lang="de-DE" dirty="0"/>
              <a:t>Doku </a:t>
            </a:r>
          </a:p>
          <a:p>
            <a:pPr lvl="1"/>
            <a:r>
              <a:rPr lang="de-DE" dirty="0"/>
              <a:t>Kommentare</a:t>
            </a:r>
          </a:p>
          <a:p>
            <a:pPr lvl="1"/>
            <a:r>
              <a:rPr lang="de-DE" dirty="0"/>
              <a:t>Artefakte </a:t>
            </a:r>
          </a:p>
          <a:p>
            <a:r>
              <a:rPr lang="de-DE" dirty="0"/>
              <a:t>Planung</a:t>
            </a:r>
          </a:p>
          <a:p>
            <a:pPr lvl="1"/>
            <a:r>
              <a:rPr lang="de-DE" dirty="0"/>
              <a:t>Grundsätzliche Idee für Abschlusspräsentation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21BE03A-87AF-4532-9B1F-1779634A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EC71654-96A5-4280-94F3-931C61A9F92C}" type="slidenum">
              <a:rPr lang="de-DE" noProof="0" smtClean="0"/>
              <a:pPr rtl="0"/>
              <a:t>2</a:t>
            </a:fld>
            <a:endParaRPr lang="de-DE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2E5BC7B-EC1E-4E93-A2CB-D1566FEF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Beta Testphase</a:t>
            </a:r>
          </a:p>
        </p:txBody>
      </p:sp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36450A90-C241-4DD8-B2C8-FD14B8A655C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9301" r="19301"/>
          <a:stretch>
            <a:fillRect/>
          </a:stretch>
        </p:blipFill>
        <p:spPr>
          <a:ln>
            <a:solidFill>
              <a:schemeClr val="tx1"/>
            </a:solidFill>
          </a:ln>
        </p:spPr>
      </p:pic>
      <p:pic>
        <p:nvPicPr>
          <p:cNvPr id="6" name="Grafik 5" descr="Häkchen mit einfarbiger Füllung">
            <a:extLst>
              <a:ext uri="{FF2B5EF4-FFF2-40B4-BE49-F238E27FC236}">
                <a16:creationId xmlns:a16="http://schemas.microsoft.com/office/drawing/2014/main" id="{8BC9570C-A762-4463-A366-ECF8C442C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0380" y="2214439"/>
            <a:ext cx="720231" cy="720231"/>
          </a:xfrm>
          <a:prstGeom prst="rect">
            <a:avLst/>
          </a:prstGeom>
        </p:spPr>
      </p:pic>
      <p:pic>
        <p:nvPicPr>
          <p:cNvPr id="7" name="Grafik 6" descr="Häkchen mit einfarbiger Füllung">
            <a:extLst>
              <a:ext uri="{FF2B5EF4-FFF2-40B4-BE49-F238E27FC236}">
                <a16:creationId xmlns:a16="http://schemas.microsoft.com/office/drawing/2014/main" id="{28A49672-06F4-48CB-A029-B7F7EE63D4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0380" y="3780841"/>
            <a:ext cx="720231" cy="720231"/>
          </a:xfrm>
          <a:prstGeom prst="rect">
            <a:avLst/>
          </a:prstGeom>
        </p:spPr>
      </p:pic>
      <p:pic>
        <p:nvPicPr>
          <p:cNvPr id="9" name="Grafik 8" descr="Häkchen mit einfarbiger Füllung">
            <a:extLst>
              <a:ext uri="{FF2B5EF4-FFF2-40B4-BE49-F238E27FC236}">
                <a16:creationId xmlns:a16="http://schemas.microsoft.com/office/drawing/2014/main" id="{623CE134-1D7E-4113-9219-3B9DCF79E6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7301" y="4851706"/>
            <a:ext cx="720231" cy="72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87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C82DB3A-68B0-4993-AD19-03B6E104B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3503651" cy="4351338"/>
          </a:xfrm>
        </p:spPr>
        <p:txBody>
          <a:bodyPr/>
          <a:lstStyle/>
          <a:p>
            <a:r>
              <a:rPr lang="de-DE" dirty="0"/>
              <a:t>Abschlusspräsentation</a:t>
            </a:r>
          </a:p>
          <a:p>
            <a:pPr lvl="1"/>
            <a:r>
              <a:rPr lang="de-DE" dirty="0"/>
              <a:t>Präsentation fertigstellen</a:t>
            </a:r>
          </a:p>
          <a:p>
            <a:pPr lvl="1"/>
            <a:r>
              <a:rPr lang="de-DE" dirty="0"/>
              <a:t>Aufgabenverteilung </a:t>
            </a:r>
          </a:p>
          <a:p>
            <a:pPr lvl="1"/>
            <a:r>
              <a:rPr lang="de-DE" dirty="0"/>
              <a:t>Vorbereitungen </a:t>
            </a:r>
          </a:p>
          <a:p>
            <a:pPr lvl="1"/>
            <a:r>
              <a:rPr lang="de-DE" dirty="0"/>
              <a:t>…</a:t>
            </a:r>
          </a:p>
          <a:p>
            <a:r>
              <a:rPr lang="de-DE" dirty="0"/>
              <a:t>Doku finalisieren </a:t>
            </a:r>
          </a:p>
          <a:p>
            <a:pPr lvl="1"/>
            <a:r>
              <a:rPr lang="de-DE" dirty="0"/>
              <a:t>Feinschliff in den Formulierungen </a:t>
            </a:r>
          </a:p>
          <a:p>
            <a:pPr lvl="1"/>
            <a:r>
              <a:rPr lang="de-DE" dirty="0"/>
              <a:t>Ergänzungen einpflegen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21BE03A-87AF-4532-9B1F-1779634A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EC71654-96A5-4280-94F3-931C61A9F92C}" type="slidenum">
              <a:rPr lang="de-DE" noProof="0" smtClean="0"/>
              <a:pPr rtl="0"/>
              <a:t>3</a:t>
            </a:fld>
            <a:endParaRPr lang="de-DE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2E5BC7B-EC1E-4E93-A2CB-D1566FEF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FINALE, oh-oh </a:t>
            </a:r>
            <a:br>
              <a:rPr lang="de-DE" dirty="0"/>
            </a:br>
            <a:r>
              <a:rPr lang="de-DE" dirty="0"/>
              <a:t>Finale oh-oh-oh-oh</a:t>
            </a:r>
          </a:p>
        </p:txBody>
      </p:sp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36450A90-C241-4DD8-B2C8-FD14B8A655C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9301" r="19301"/>
          <a:stretch>
            <a:fillRect/>
          </a:stretch>
        </p:blipFill>
        <p:spPr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94337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5D612B9-68B9-4C9F-98FE-CEE07DB1F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3160" y="2575430"/>
            <a:ext cx="5464075" cy="1707139"/>
          </a:xfrm>
        </p:spPr>
        <p:txBody>
          <a:bodyPr rtlCol="0"/>
          <a:lstStyle/>
          <a:p>
            <a:pPr rtl="0"/>
            <a:r>
              <a:rPr lang="de-DE" dirty="0"/>
              <a:t>Vorstellung der Ergebnisse</a:t>
            </a:r>
          </a:p>
        </p:txBody>
      </p:sp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1A7461D5-44E5-40D7-945B-377577706FA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690" t="518" r="3905" b="-518"/>
          <a:stretch/>
        </p:blipFill>
        <p:spPr>
          <a:xfrm>
            <a:off x="710812" y="728545"/>
            <a:ext cx="5305661" cy="5305661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4288052-E11B-4589-B7CB-7EAFB3FC02EA}"/>
              </a:ext>
            </a:extLst>
          </p:cNvPr>
          <p:cNvSpPr txBox="1"/>
          <p:nvPr/>
        </p:nvSpPr>
        <p:spPr>
          <a:xfrm>
            <a:off x="1607076" y="5126416"/>
            <a:ext cx="3638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https://swift.wsf.wir.ad.th-wildau.de</a:t>
            </a:r>
          </a:p>
        </p:txBody>
      </p:sp>
    </p:spTree>
    <p:extLst>
      <p:ext uri="{BB962C8B-B14F-4D97-AF65-F5344CB8AC3E}">
        <p14:creationId xmlns:p14="http://schemas.microsoft.com/office/powerpoint/2010/main" val="112477953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Design">
  <a:themeElements>
    <a:clrScheme name="Contoso 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Contoso v1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395_TF34076243" id="{08700077-069E-4FC7-9803-E0E8FFC68286}" vid="{D3EE604E-3FB4-4B44-A42C-EEFA81C76CBD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0" ma:contentTypeDescription="Create a new document." ma:contentTypeScope="" ma:versionID="e39e7e9e36de66d473ce04bb4ab2dbb8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dc5994665da46609c24125788630d8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19797F-2510-4681-A59B-FCD8F3733FE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4C31332-3081-4BD9-AD6F-078B4521F3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F4E1AF-DB5E-4764-961C-6F82B33E9E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Präsentation „Blaue Kreise“</Template>
  <TotalTime>0</TotalTime>
  <Words>62</Words>
  <Application>Microsoft Office PowerPoint</Application>
  <PresentationFormat>Breitbild</PresentationFormat>
  <Paragraphs>28</Paragraphs>
  <Slides>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Corbel</vt:lpstr>
      <vt:lpstr>Office-Design</vt:lpstr>
      <vt:lpstr>Software Wildau Investment and Financial Trading </vt:lpstr>
      <vt:lpstr>Beta Testphase</vt:lpstr>
      <vt:lpstr>FINALE, oh-oh  Finale oh-oh-oh-oh</vt:lpstr>
      <vt:lpstr>Vorstellung der Ergebnisse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Präsentati-onstitel</dc:title>
  <dc:creator>Lukas Sontowski</dc:creator>
  <cp:lastModifiedBy>Lukas Sontowski</cp:lastModifiedBy>
  <cp:revision>73</cp:revision>
  <dcterms:created xsi:type="dcterms:W3CDTF">2025-04-07T12:42:05Z</dcterms:created>
  <dcterms:modified xsi:type="dcterms:W3CDTF">2025-06-13T13:14:13Z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